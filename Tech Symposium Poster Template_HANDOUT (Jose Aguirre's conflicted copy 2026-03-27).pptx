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43891200" cy="32918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984F1D-B450-4EEE-AE06-D9A7FC4E4716}" v="57" dt="2026-04-07T20:33:24.430"/>
    <p1510:client id="{AB84E58F-E6F2-499C-AF38-DF0372A6B979}" v="1222" dt="2026-04-07T20:51:19.6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na Walker" userId="MXZEb9jOdEdRsZYtiTOTJGZRPqyTJI7abOdc/Wk00s0=" providerId="None" clId="Web-{67CADACD-0D40-431F-AFD8-D5E805920A9F}"/>
    <pc:docChg chg="modSld">
      <pc:chgData name="Christina Walker" userId="MXZEb9jOdEdRsZYtiTOTJGZRPqyTJI7abOdc/Wk00s0=" providerId="None" clId="Web-{67CADACD-0D40-431F-AFD8-D5E805920A9F}" dt="2026-03-28T04:03:42.478" v="13"/>
      <pc:docMkLst>
        <pc:docMk/>
      </pc:docMkLst>
      <pc:sldChg chg="addSp delSp modSp">
        <pc:chgData name="Christina Walker" userId="MXZEb9jOdEdRsZYtiTOTJGZRPqyTJI7abOdc/Wk00s0=" providerId="None" clId="Web-{67CADACD-0D40-431F-AFD8-D5E805920A9F}" dt="2026-03-28T04:03:42.478" v="13"/>
        <pc:sldMkLst>
          <pc:docMk/>
          <pc:sldMk cId="0" sldId="256"/>
        </pc:sldMkLst>
        <pc:spChg chg="mod">
          <ac:chgData name="Christina Walker" userId="MXZEb9jOdEdRsZYtiTOTJGZRPqyTJI7abOdc/Wk00s0=" providerId="None" clId="Web-{67CADACD-0D40-431F-AFD8-D5E805920A9F}" dt="2026-03-28T04:00:06.209" v="9" actId="20577"/>
          <ac:spMkLst>
            <pc:docMk/>
            <pc:sldMk cId="0" sldId="256"/>
            <ac:spMk id="169" creationId="{00000000-0000-0000-0000-000000000000}"/>
          </ac:spMkLst>
        </pc:spChg>
      </pc:sldChg>
    </pc:docChg>
  </pc:docChgLst>
  <pc:docChgLst>
    <pc:chgData name="Christina Walker" userId="MXZEb9jOdEdRsZYtiTOTJGZRPqyTJI7abOdc/Wk00s0=" providerId="None" clId="Web-{8CC77DF9-E956-4B1F-B992-04B4550A5982}"/>
    <pc:docChg chg="modSld">
      <pc:chgData name="Christina Walker" userId="MXZEb9jOdEdRsZYtiTOTJGZRPqyTJI7abOdc/Wk00s0=" providerId="None" clId="Web-{8CC77DF9-E956-4B1F-B992-04B4550A5982}" dt="2026-03-28T04:12:38.115" v="19" actId="20577"/>
      <pc:docMkLst>
        <pc:docMk/>
      </pc:docMkLst>
      <pc:sldChg chg="addSp delSp modSp">
        <pc:chgData name="Christina Walker" userId="MXZEb9jOdEdRsZYtiTOTJGZRPqyTJI7abOdc/Wk00s0=" providerId="None" clId="Web-{8CC77DF9-E956-4B1F-B992-04B4550A5982}" dt="2026-03-28T04:12:38.115" v="19" actId="20577"/>
        <pc:sldMkLst>
          <pc:docMk/>
          <pc:sldMk cId="0" sldId="256"/>
        </pc:sldMkLst>
        <pc:spChg chg="add mod">
          <ac:chgData name="Christina Walker" userId="MXZEb9jOdEdRsZYtiTOTJGZRPqyTJI7abOdc/Wk00s0=" providerId="None" clId="Web-{8CC77DF9-E956-4B1F-B992-04B4550A5982}" dt="2026-03-28T04:06:52.097" v="8"/>
          <ac:spMkLst>
            <pc:docMk/>
            <pc:sldMk cId="0" sldId="256"/>
            <ac:spMk id="8" creationId="{2908F50F-B7CD-3E25-5A18-C7F7C4472859}"/>
          </ac:spMkLst>
        </pc:spChg>
        <pc:spChg chg="mod">
          <ac:chgData name="Christina Walker" userId="MXZEb9jOdEdRsZYtiTOTJGZRPqyTJI7abOdc/Wk00s0=" providerId="None" clId="Web-{8CC77DF9-E956-4B1F-B992-04B4550A5982}" dt="2026-03-28T04:07:22.863" v="16" actId="20577"/>
          <ac:spMkLst>
            <pc:docMk/>
            <pc:sldMk cId="0" sldId="256"/>
            <ac:spMk id="162" creationId="{00000000-0000-0000-0000-000000000000}"/>
          </ac:spMkLst>
        </pc:spChg>
        <pc:spChg chg="mod">
          <ac:chgData name="Christina Walker" userId="MXZEb9jOdEdRsZYtiTOTJGZRPqyTJI7abOdc/Wk00s0=" providerId="None" clId="Web-{8CC77DF9-E956-4B1F-B992-04B4550A5982}" dt="2026-03-28T04:12:38.115" v="19" actId="20577"/>
          <ac:spMkLst>
            <pc:docMk/>
            <pc:sldMk cId="0" sldId="256"/>
            <ac:spMk id="193" creationId="{00000000-0000-0000-0000-000000000000}"/>
          </ac:spMkLst>
        </pc:spChg>
      </pc:sldChg>
    </pc:docChg>
  </pc:docChgLst>
  <pc:docChgLst>
    <pc:chgData clId="Web-{8CC77DF9-E956-4B1F-B992-04B4550A5982}"/>
    <pc:docChg chg="modSld">
      <pc:chgData name="" userId="" providerId="" clId="Web-{8CC77DF9-E956-4B1F-B992-04B4550A5982}" dt="2026-03-28T04:03:52.533" v="0"/>
      <pc:docMkLst>
        <pc:docMk/>
      </pc:docMkLst>
      <pc:sldChg chg="delSp">
        <pc:chgData name="" userId="" providerId="" clId="Web-{8CC77DF9-E956-4B1F-B992-04B4550A5982}" dt="2026-03-28T04:03:52.533" v="0"/>
        <pc:sldMkLst>
          <pc:docMk/>
          <pc:sldMk cId="0" sldId="256"/>
        </pc:sldMkLst>
      </pc:sldChg>
    </pc:docChg>
  </pc:docChgLst>
  <pc:docChgLst>
    <pc:chgData name="Jesslyn Pena" userId="p+R5CZSEz7UvIryUswqRTKG+RXuUDRyXKepeWDn3VIE=" providerId="None" clId="Web-{AB84E58F-E6F2-499C-AF38-DF0372A6B979}"/>
    <pc:docChg chg="modSld">
      <pc:chgData name="Jesslyn Pena" userId="p+R5CZSEz7UvIryUswqRTKG+RXuUDRyXKepeWDn3VIE=" providerId="None" clId="Web-{AB84E58F-E6F2-499C-AF38-DF0372A6B979}" dt="2026-04-07T20:51:00.890" v="1194"/>
      <pc:docMkLst>
        <pc:docMk/>
      </pc:docMkLst>
      <pc:sldChg chg="addSp delSp modSp">
        <pc:chgData name="Jesslyn Pena" userId="p+R5CZSEz7UvIryUswqRTKG+RXuUDRyXKepeWDn3VIE=" providerId="None" clId="Web-{AB84E58F-E6F2-499C-AF38-DF0372A6B979}" dt="2026-04-07T20:51:00.890" v="1194"/>
        <pc:sldMkLst>
          <pc:docMk/>
          <pc:sldMk cId="0" sldId="256"/>
        </pc:sldMkLst>
        <pc:spChg chg="mod">
          <ac:chgData name="Jesslyn Pena" userId="p+R5CZSEz7UvIryUswqRTKG+RXuUDRyXKepeWDn3VIE=" providerId="None" clId="Web-{AB84E58F-E6F2-499C-AF38-DF0372A6B979}" dt="2026-04-07T20:25:18.519" v="51" actId="14100"/>
          <ac:spMkLst>
            <pc:docMk/>
            <pc:sldMk cId="0" sldId="256"/>
            <ac:spMk id="15" creationId="{22137AAB-9918-E1BF-A931-E52D5416A63A}"/>
          </ac:spMkLst>
        </pc:spChg>
        <pc:spChg chg="mod">
          <ac:chgData name="Jesslyn Pena" userId="p+R5CZSEz7UvIryUswqRTKG+RXuUDRyXKepeWDn3VIE=" providerId="None" clId="Web-{AB84E58F-E6F2-499C-AF38-DF0372A6B979}" dt="2026-04-07T20:25:08.112" v="50" actId="14100"/>
          <ac:spMkLst>
            <pc:docMk/>
            <pc:sldMk cId="0" sldId="256"/>
            <ac:spMk id="174" creationId="{00000000-0000-0000-0000-000000000000}"/>
          </ac:spMkLst>
        </pc:spChg>
        <pc:spChg chg="mod">
          <ac:chgData name="Jesslyn Pena" userId="p+R5CZSEz7UvIryUswqRTKG+RXuUDRyXKepeWDn3VIE=" providerId="None" clId="Web-{AB84E58F-E6F2-499C-AF38-DF0372A6B979}" dt="2026-04-07T20:17:27.089" v="26"/>
          <ac:spMkLst>
            <pc:docMk/>
            <pc:sldMk cId="0" sldId="256"/>
            <ac:spMk id="175" creationId="{00000000-0000-0000-0000-000000000000}"/>
          </ac:spMkLst>
        </pc:spChg>
        <pc:spChg chg="mod">
          <ac:chgData name="Jesslyn Pena" userId="p+R5CZSEz7UvIryUswqRTKG+RXuUDRyXKepeWDn3VIE=" providerId="None" clId="Web-{AB84E58F-E6F2-499C-AF38-DF0372A6B979}" dt="2026-04-07T20:17:27.152" v="27"/>
          <ac:spMkLst>
            <pc:docMk/>
            <pc:sldMk cId="0" sldId="256"/>
            <ac:spMk id="176" creationId="{00000000-0000-0000-0000-000000000000}"/>
          </ac:spMkLst>
        </pc:spChg>
        <pc:graphicFrameChg chg="add mod modGraphic">
          <ac:chgData name="Jesslyn Pena" userId="p+R5CZSEz7UvIryUswqRTKG+RXuUDRyXKepeWDn3VIE=" providerId="None" clId="Web-{AB84E58F-E6F2-499C-AF38-DF0372A6B979}" dt="2026-04-07T20:51:00.890" v="1194"/>
          <ac:graphicFrameMkLst>
            <pc:docMk/>
            <pc:sldMk cId="0" sldId="256"/>
            <ac:graphicFrameMk id="26" creationId="{B07F0346-0354-61CB-B028-71011557D769}"/>
          </ac:graphicFrameMkLst>
        </pc:graphicFrameChg>
        <pc:picChg chg="del mod">
          <ac:chgData name="Jesslyn Pena" userId="p+R5CZSEz7UvIryUswqRTKG+RXuUDRyXKepeWDn3VIE=" providerId="None" clId="Web-{AB84E58F-E6F2-499C-AF38-DF0372A6B979}" dt="2026-04-07T20:22:07.671" v="29"/>
          <ac:picMkLst>
            <pc:docMk/>
            <pc:sldMk cId="0" sldId="256"/>
            <ac:picMk id="5" creationId="{8D60ABF1-BC30-2435-8AC6-B5413E131339}"/>
          </ac:picMkLst>
        </pc:picChg>
        <pc:picChg chg="add del mod">
          <ac:chgData name="Jesslyn Pena" userId="p+R5CZSEz7UvIryUswqRTKG+RXuUDRyXKepeWDn3VIE=" providerId="None" clId="Web-{AB84E58F-E6F2-499C-AF38-DF0372A6B979}" dt="2026-04-07T20:22:59.220" v="38"/>
          <ac:picMkLst>
            <pc:docMk/>
            <pc:sldMk cId="0" sldId="256"/>
            <ac:picMk id="25" creationId="{7FB56E8A-684A-22F4-0F91-48E7E76A0F6B}"/>
          </ac:picMkLst>
        </pc:picChg>
      </pc:sldChg>
    </pc:docChg>
  </pc:docChgLst>
  <pc:docChgLst>
    <pc:chgData name="Christina Walker" userId="MXZEb9jOdEdRsZYtiTOTJGZRPqyTJI7abOdc/Wk00s0=" providerId="None" clId="Web-{610D3E6B-2E93-4812-8D00-2BE9E238D62B}"/>
    <pc:docChg chg="modSld">
      <pc:chgData name="Christina Walker" userId="MXZEb9jOdEdRsZYtiTOTJGZRPqyTJI7abOdc/Wk00s0=" providerId="None" clId="Web-{610D3E6B-2E93-4812-8D00-2BE9E238D62B}" dt="2026-03-28T04:24:29.695" v="2" actId="14100"/>
      <pc:docMkLst>
        <pc:docMk/>
      </pc:docMkLst>
      <pc:sldChg chg="modSp">
        <pc:chgData name="Christina Walker" userId="MXZEb9jOdEdRsZYtiTOTJGZRPqyTJI7abOdc/Wk00s0=" providerId="None" clId="Web-{610D3E6B-2E93-4812-8D00-2BE9E238D62B}" dt="2026-03-28T04:24:29.695" v="2" actId="14100"/>
        <pc:sldMkLst>
          <pc:docMk/>
          <pc:sldMk cId="0" sldId="256"/>
        </pc:sldMkLst>
        <pc:picChg chg="mod">
          <ac:chgData name="Christina Walker" userId="MXZEb9jOdEdRsZYtiTOTJGZRPqyTJI7abOdc/Wk00s0=" providerId="None" clId="Web-{610D3E6B-2E93-4812-8D00-2BE9E238D62B}" dt="2026-03-28T04:23:37.227" v="0" actId="1076"/>
          <ac:picMkLst>
            <pc:docMk/>
            <pc:sldMk cId="0" sldId="256"/>
            <ac:picMk id="20" creationId="{7B0A30C5-B325-84B5-D7E4-B968A2306E35}"/>
          </ac:picMkLst>
        </pc:picChg>
        <pc:picChg chg="mod">
          <ac:chgData name="Christina Walker" userId="MXZEb9jOdEdRsZYtiTOTJGZRPqyTJI7abOdc/Wk00s0=" providerId="None" clId="Web-{610D3E6B-2E93-4812-8D00-2BE9E238D62B}" dt="2026-03-28T04:24:29.695" v="2" actId="14100"/>
          <ac:picMkLst>
            <pc:docMk/>
            <pc:sldMk cId="0" sldId="256"/>
            <ac:picMk id="191" creationId="{00000000-0000-0000-0000-000000000000}"/>
          </ac:picMkLst>
        </pc:picChg>
      </pc:sldChg>
    </pc:docChg>
  </pc:docChgLst>
  <pc:docChgLst>
    <pc:chgData name="Christina Walker" userId="MXZEb9jOdEdRsZYtiTOTJGZRPqyTJI7abOdc/Wk00s0=" providerId="None" clId="Web-{9E25D9A5-83E4-4F85-92ED-63C04C4F529C}"/>
    <pc:docChg chg="modSld">
      <pc:chgData name="Christina Walker" userId="MXZEb9jOdEdRsZYtiTOTJGZRPqyTJI7abOdc/Wk00s0=" providerId="None" clId="Web-{9E25D9A5-83E4-4F85-92ED-63C04C4F529C}" dt="2026-03-28T04:22:37.325" v="35" actId="14100"/>
      <pc:docMkLst>
        <pc:docMk/>
      </pc:docMkLst>
      <pc:sldChg chg="addSp modSp">
        <pc:chgData name="Christina Walker" userId="MXZEb9jOdEdRsZYtiTOTJGZRPqyTJI7abOdc/Wk00s0=" providerId="None" clId="Web-{9E25D9A5-83E4-4F85-92ED-63C04C4F529C}" dt="2026-03-28T04:22:37.325" v="35" actId="14100"/>
        <pc:sldMkLst>
          <pc:docMk/>
          <pc:sldMk cId="0" sldId="256"/>
        </pc:sldMkLst>
        <pc:spChg chg="mod">
          <ac:chgData name="Christina Walker" userId="MXZEb9jOdEdRsZYtiTOTJGZRPqyTJI7abOdc/Wk00s0=" providerId="None" clId="Web-{9E25D9A5-83E4-4F85-92ED-63C04C4F529C}" dt="2026-03-28T04:15:15.648" v="8" actId="20577"/>
          <ac:spMkLst>
            <pc:docMk/>
            <pc:sldMk cId="0" sldId="256"/>
            <ac:spMk id="8" creationId="{2908F50F-B7CD-3E25-5A18-C7F7C4472859}"/>
          </ac:spMkLst>
        </pc:spChg>
        <pc:spChg chg="add mod">
          <ac:chgData name="Christina Walker" userId="MXZEb9jOdEdRsZYtiTOTJGZRPqyTJI7abOdc/Wk00s0=" providerId="None" clId="Web-{9E25D9A5-83E4-4F85-92ED-63C04C4F529C}" dt="2026-03-28T04:20:59.119" v="25" actId="20577"/>
          <ac:spMkLst>
            <pc:docMk/>
            <pc:sldMk cId="0" sldId="256"/>
            <ac:spMk id="11" creationId="{D90E2600-3F78-3123-C3C9-7C32BA7FBC74}"/>
          </ac:spMkLst>
        </pc:spChg>
        <pc:picChg chg="mod">
          <ac:chgData name="Christina Walker" userId="MXZEb9jOdEdRsZYtiTOTJGZRPqyTJI7abOdc/Wk00s0=" providerId="None" clId="Web-{9E25D9A5-83E4-4F85-92ED-63C04C4F529C}" dt="2026-03-28T04:22:17.730" v="32"/>
          <ac:picMkLst>
            <pc:docMk/>
            <pc:sldMk cId="0" sldId="256"/>
            <ac:picMk id="2" creationId="{105C0651-2822-1CB9-6C4A-0DDA3E3634E6}"/>
          </ac:picMkLst>
        </pc:picChg>
        <pc:picChg chg="mod">
          <ac:chgData name="Christina Walker" userId="MXZEb9jOdEdRsZYtiTOTJGZRPqyTJI7abOdc/Wk00s0=" providerId="None" clId="Web-{9E25D9A5-83E4-4F85-92ED-63C04C4F529C}" dt="2026-03-28T04:22:12.495" v="31"/>
          <ac:picMkLst>
            <pc:docMk/>
            <pc:sldMk cId="0" sldId="256"/>
            <ac:picMk id="3" creationId="{6AC2259C-027C-9C7B-555D-EAF7AF4D5B4E}"/>
          </ac:picMkLst>
        </pc:picChg>
        <pc:picChg chg="add mod">
          <ac:chgData name="Christina Walker" userId="MXZEb9jOdEdRsZYtiTOTJGZRPqyTJI7abOdc/Wk00s0=" providerId="None" clId="Web-{9E25D9A5-83E4-4F85-92ED-63C04C4F529C}" dt="2026-03-28T04:21:52.401" v="30" actId="1076"/>
          <ac:picMkLst>
            <pc:docMk/>
            <pc:sldMk cId="0" sldId="256"/>
            <ac:picMk id="16" creationId="{B5F505FF-5EC0-2CD3-79B1-A8768923DD5A}"/>
          </ac:picMkLst>
        </pc:picChg>
        <pc:picChg chg="mod">
          <ac:chgData name="Christina Walker" userId="MXZEb9jOdEdRsZYtiTOTJGZRPqyTJI7abOdc/Wk00s0=" providerId="None" clId="Web-{9E25D9A5-83E4-4F85-92ED-63C04C4F529C}" dt="2026-03-28T04:22:37.325" v="35" actId="14100"/>
          <ac:picMkLst>
            <pc:docMk/>
            <pc:sldMk cId="0" sldId="256"/>
            <ac:picMk id="191" creationId="{00000000-0000-0000-0000-000000000000}"/>
          </ac:picMkLst>
        </pc:picChg>
        <pc:picChg chg="mod">
          <ac:chgData name="Christina Walker" userId="MXZEb9jOdEdRsZYtiTOTJGZRPqyTJI7abOdc/Wk00s0=" providerId="None" clId="Web-{9E25D9A5-83E4-4F85-92ED-63C04C4F529C}" dt="2026-03-28T04:22:25.465" v="33"/>
          <ac:picMkLst>
            <pc:docMk/>
            <pc:sldMk cId="0" sldId="256"/>
            <ac:picMk id="192" creationId="{00000000-0000-0000-0000-000000000000}"/>
          </ac:picMkLst>
        </pc:picChg>
      </pc:sldChg>
    </pc:docChg>
  </pc:docChgLst>
  <pc:docChgLst>
    <pc:chgData name="Christina Walker" userId="MXZEb9jOdEdRsZYtiTOTJGZRPqyTJI7abOdc/Wk00s0=" providerId="None" clId="Web-{A11A9590-BE10-405F-8B01-C6730118A99A}"/>
    <pc:docChg chg="modSld">
      <pc:chgData name="Christina Walker" userId="MXZEb9jOdEdRsZYtiTOTJGZRPqyTJI7abOdc/Wk00s0=" providerId="None" clId="Web-{A11A9590-BE10-405F-8B01-C6730118A99A}" dt="2026-03-28T03:51:19.682" v="117"/>
      <pc:docMkLst>
        <pc:docMk/>
      </pc:docMkLst>
      <pc:sldChg chg="addSp delSp modSp">
        <pc:chgData name="Christina Walker" userId="MXZEb9jOdEdRsZYtiTOTJGZRPqyTJI7abOdc/Wk00s0=" providerId="None" clId="Web-{A11A9590-BE10-405F-8B01-C6730118A99A}" dt="2026-03-28T03:51:19.682" v="117"/>
        <pc:sldMkLst>
          <pc:docMk/>
          <pc:sldMk cId="0" sldId="256"/>
        </pc:sldMkLst>
        <pc:spChg chg="add mod ord">
          <ac:chgData name="Christina Walker" userId="MXZEb9jOdEdRsZYtiTOTJGZRPqyTJI7abOdc/Wk00s0=" providerId="None" clId="Web-{A11A9590-BE10-405F-8B01-C6730118A99A}" dt="2026-03-28T03:45:36.979" v="59" actId="20577"/>
          <ac:spMkLst>
            <pc:docMk/>
            <pc:sldMk cId="0" sldId="256"/>
            <ac:spMk id="9" creationId="{F83E91E2-8290-3874-EA49-9C3B797CD89E}"/>
          </ac:spMkLst>
        </pc:spChg>
        <pc:spChg chg="add mod">
          <ac:chgData name="Christina Walker" userId="MXZEb9jOdEdRsZYtiTOTJGZRPqyTJI7abOdc/Wk00s0=" providerId="None" clId="Web-{A11A9590-BE10-405F-8B01-C6730118A99A}" dt="2026-03-28T03:45:23.213" v="58" actId="20577"/>
          <ac:spMkLst>
            <pc:docMk/>
            <pc:sldMk cId="0" sldId="256"/>
            <ac:spMk id="10" creationId="{8A706934-66BE-AFA8-697C-A6D3B4D2CD91}"/>
          </ac:spMkLst>
        </pc:spChg>
        <pc:spChg chg="add mod">
          <ac:chgData name="Christina Walker" userId="MXZEb9jOdEdRsZYtiTOTJGZRPqyTJI7abOdc/Wk00s0=" providerId="None" clId="Web-{A11A9590-BE10-405F-8B01-C6730118A99A}" dt="2026-03-28T03:47:08.932" v="78" actId="20577"/>
          <ac:spMkLst>
            <pc:docMk/>
            <pc:sldMk cId="0" sldId="256"/>
            <ac:spMk id="12" creationId="{5F2973C2-84C7-2C41-5D97-D2DB6CE11477}"/>
          </ac:spMkLst>
        </pc:spChg>
        <pc:spChg chg="add mod">
          <ac:chgData name="Christina Walker" userId="MXZEb9jOdEdRsZYtiTOTJGZRPqyTJI7abOdc/Wk00s0=" providerId="None" clId="Web-{A11A9590-BE10-405F-8B01-C6730118A99A}" dt="2026-03-28T03:48:02.573" v="89" actId="20577"/>
          <ac:spMkLst>
            <pc:docMk/>
            <pc:sldMk cId="0" sldId="256"/>
            <ac:spMk id="13" creationId="{D82C7044-EF94-20B1-198E-CEAA4626B3CC}"/>
          </ac:spMkLst>
        </pc:spChg>
        <pc:spChg chg="add mod">
          <ac:chgData name="Christina Walker" userId="MXZEb9jOdEdRsZYtiTOTJGZRPqyTJI7abOdc/Wk00s0=" providerId="None" clId="Web-{A11A9590-BE10-405F-8B01-C6730118A99A}" dt="2026-03-28T03:49:57.291" v="102" actId="20577"/>
          <ac:spMkLst>
            <pc:docMk/>
            <pc:sldMk cId="0" sldId="256"/>
            <ac:spMk id="14" creationId="{A70B9852-00D2-969E-3067-BB0EF13CD893}"/>
          </ac:spMkLst>
        </pc:spChg>
        <pc:spChg chg="add mod">
          <ac:chgData name="Christina Walker" userId="MXZEb9jOdEdRsZYtiTOTJGZRPqyTJI7abOdc/Wk00s0=" providerId="None" clId="Web-{A11A9590-BE10-405F-8B01-C6730118A99A}" dt="2026-03-28T03:51:19.682" v="117"/>
          <ac:spMkLst>
            <pc:docMk/>
            <pc:sldMk cId="0" sldId="256"/>
            <ac:spMk id="15" creationId="{22137AAB-9918-E1BF-A931-E52D5416A63A}"/>
          </ac:spMkLst>
        </pc:spChg>
        <pc:spChg chg="mod">
          <ac:chgData name="Christina Walker" userId="MXZEb9jOdEdRsZYtiTOTJGZRPqyTJI7abOdc/Wk00s0=" providerId="None" clId="Web-{A11A9590-BE10-405F-8B01-C6730118A99A}" dt="2026-03-28T03:35:28.886" v="13" actId="20577"/>
          <ac:spMkLst>
            <pc:docMk/>
            <pc:sldMk cId="0" sldId="256"/>
            <ac:spMk id="148" creationId="{00000000-0000-0000-0000-000000000000}"/>
          </ac:spMkLst>
        </pc:spChg>
        <pc:spChg chg="mod">
          <ac:chgData name="Christina Walker" userId="MXZEb9jOdEdRsZYtiTOTJGZRPqyTJI7abOdc/Wk00s0=" providerId="None" clId="Web-{A11A9590-BE10-405F-8B01-C6730118A99A}" dt="2026-03-28T03:36:03.339" v="18" actId="20577"/>
          <ac:spMkLst>
            <pc:docMk/>
            <pc:sldMk cId="0" sldId="256"/>
            <ac:spMk id="158" creationId="{00000000-0000-0000-0000-000000000000}"/>
          </ac:spMkLst>
        </pc:spChg>
        <pc:spChg chg="mod">
          <ac:chgData name="Christina Walker" userId="MXZEb9jOdEdRsZYtiTOTJGZRPqyTJI7abOdc/Wk00s0=" providerId="None" clId="Web-{A11A9590-BE10-405F-8B01-C6730118A99A}" dt="2026-03-28T03:34:46.401" v="10" actId="20577"/>
          <ac:spMkLst>
            <pc:docMk/>
            <pc:sldMk cId="0" sldId="256"/>
            <ac:spMk id="161" creationId="{00000000-0000-0000-0000-000000000000}"/>
          </ac:spMkLst>
        </pc:spChg>
        <pc:spChg chg="mod">
          <ac:chgData name="Christina Walker" userId="MXZEb9jOdEdRsZYtiTOTJGZRPqyTJI7abOdc/Wk00s0=" providerId="None" clId="Web-{A11A9590-BE10-405F-8B01-C6730118A99A}" dt="2026-03-28T03:44:24.260" v="52" actId="20577"/>
          <ac:spMkLst>
            <pc:docMk/>
            <pc:sldMk cId="0" sldId="256"/>
            <ac:spMk id="169" creationId="{00000000-0000-0000-0000-000000000000}"/>
          </ac:spMkLst>
        </pc:spChg>
        <pc:spChg chg="mod">
          <ac:chgData name="Christina Walker" userId="MXZEb9jOdEdRsZYtiTOTJGZRPqyTJI7abOdc/Wk00s0=" providerId="None" clId="Web-{A11A9590-BE10-405F-8B01-C6730118A99A}" dt="2026-03-28T03:35:24.011" v="12" actId="20577"/>
          <ac:spMkLst>
            <pc:docMk/>
            <pc:sldMk cId="0" sldId="256"/>
            <ac:spMk id="170" creationId="{00000000-0000-0000-0000-000000000000}"/>
          </ac:spMkLst>
        </pc:spChg>
        <pc:spChg chg="mod">
          <ac:chgData name="Christina Walker" userId="MXZEb9jOdEdRsZYtiTOTJGZRPqyTJI7abOdc/Wk00s0=" providerId="None" clId="Web-{A11A9590-BE10-405F-8B01-C6730118A99A}" dt="2026-03-28T03:36:39.401" v="22" actId="14100"/>
          <ac:spMkLst>
            <pc:docMk/>
            <pc:sldMk cId="0" sldId="256"/>
            <ac:spMk id="175" creationId="{00000000-0000-0000-0000-000000000000}"/>
          </ac:spMkLst>
        </pc:spChg>
        <pc:spChg chg="mod">
          <ac:chgData name="Christina Walker" userId="MXZEb9jOdEdRsZYtiTOTJGZRPqyTJI7abOdc/Wk00s0=" providerId="None" clId="Web-{A11A9590-BE10-405F-8B01-C6730118A99A}" dt="2026-03-28T03:36:17.511" v="19" actId="20577"/>
          <ac:spMkLst>
            <pc:docMk/>
            <pc:sldMk cId="0" sldId="256"/>
            <ac:spMk id="179" creationId="{00000000-0000-0000-0000-000000000000}"/>
          </ac:spMkLst>
        </pc:spChg>
        <pc:spChg chg="mod">
          <ac:chgData name="Christina Walker" userId="MXZEb9jOdEdRsZYtiTOTJGZRPqyTJI7abOdc/Wk00s0=" providerId="None" clId="Web-{A11A9590-BE10-405F-8B01-C6730118A99A}" dt="2026-03-28T03:35:46.354" v="16" actId="20577"/>
          <ac:spMkLst>
            <pc:docMk/>
            <pc:sldMk cId="0" sldId="256"/>
            <ac:spMk id="180" creationId="{00000000-0000-0000-0000-000000000000}"/>
          </ac:spMkLst>
        </pc:spChg>
        <pc:spChg chg="mod">
          <ac:chgData name="Christina Walker" userId="MXZEb9jOdEdRsZYtiTOTJGZRPqyTJI7abOdc/Wk00s0=" providerId="None" clId="Web-{A11A9590-BE10-405F-8B01-C6730118A99A}" dt="2026-03-28T03:35:52.417" v="17" actId="20577"/>
          <ac:spMkLst>
            <pc:docMk/>
            <pc:sldMk cId="0" sldId="256"/>
            <ac:spMk id="185" creationId="{00000000-0000-0000-0000-000000000000}"/>
          </ac:spMkLst>
        </pc:spChg>
        <pc:picChg chg="add mod">
          <ac:chgData name="Christina Walker" userId="MXZEb9jOdEdRsZYtiTOTJGZRPqyTJI7abOdc/Wk00s0=" providerId="None" clId="Web-{A11A9590-BE10-405F-8B01-C6730118A99A}" dt="2026-03-28T03:36:58.698" v="24" actId="14100"/>
          <ac:picMkLst>
            <pc:docMk/>
            <pc:sldMk cId="0" sldId="256"/>
            <ac:picMk id="5" creationId="{8D60ABF1-BC30-2435-8AC6-B5413E131339}"/>
          </ac:picMkLst>
        </pc:picChg>
        <pc:picChg chg="mod">
          <ac:chgData name="Christina Walker" userId="MXZEb9jOdEdRsZYtiTOTJGZRPqyTJI7abOdc/Wk00s0=" providerId="None" clId="Web-{A11A9590-BE10-405F-8B01-C6730118A99A}" dt="2026-03-28T03:37:24.823" v="26" actId="14100"/>
          <ac:picMkLst>
            <pc:docMk/>
            <pc:sldMk cId="0" sldId="256"/>
            <ac:picMk id="192" creationId="{00000000-0000-0000-0000-000000000000}"/>
          </ac:picMkLst>
        </pc:picChg>
      </pc:sldChg>
    </pc:docChg>
  </pc:docChgLst>
  <pc:docChgLst>
    <pc:chgData name="Christina Walker" userId="MXZEb9jOdEdRsZYtiTOTJGZRPqyTJI7abOdc/Wk00s0=" providerId="None" clId="Web-{48984F1D-B450-4EEE-AE06-D9A7FC4E4716}"/>
    <pc:docChg chg="modSld">
      <pc:chgData name="Christina Walker" userId="MXZEb9jOdEdRsZYtiTOTJGZRPqyTJI7abOdc/Wk00s0=" providerId="None" clId="Web-{48984F1D-B450-4EEE-AE06-D9A7FC4E4716}" dt="2026-04-07T20:33:24.430" v="43" actId="1076"/>
      <pc:docMkLst>
        <pc:docMk/>
      </pc:docMkLst>
      <pc:sldChg chg="modSp mod setBg">
        <pc:chgData name="Christina Walker" userId="MXZEb9jOdEdRsZYtiTOTJGZRPqyTJI7abOdc/Wk00s0=" providerId="None" clId="Web-{48984F1D-B450-4EEE-AE06-D9A7FC4E4716}" dt="2026-04-07T20:33:24.430" v="43" actId="1076"/>
        <pc:sldMkLst>
          <pc:docMk/>
          <pc:sldMk cId="0" sldId="256"/>
        </pc:sldMkLst>
        <pc:spChg chg="mod">
          <ac:chgData name="Christina Walker" userId="MXZEb9jOdEdRsZYtiTOTJGZRPqyTJI7abOdc/Wk00s0=" providerId="None" clId="Web-{48984F1D-B450-4EEE-AE06-D9A7FC4E4716}" dt="2026-04-07T20:31:50.631" v="40" actId="1076"/>
          <ac:spMkLst>
            <pc:docMk/>
            <pc:sldMk cId="0" sldId="256"/>
            <ac:spMk id="8" creationId="{2908F50F-B7CD-3E25-5A18-C7F7C4472859}"/>
          </ac:spMkLst>
        </pc:spChg>
        <pc:spChg chg="mod">
          <ac:chgData name="Christina Walker" userId="MXZEb9jOdEdRsZYtiTOTJGZRPqyTJI7abOdc/Wk00s0=" providerId="None" clId="Web-{48984F1D-B450-4EEE-AE06-D9A7FC4E4716}" dt="2026-04-07T20:32:00.132" v="41" actId="14100"/>
          <ac:spMkLst>
            <pc:docMk/>
            <pc:sldMk cId="0" sldId="256"/>
            <ac:spMk id="11" creationId="{D90E2600-3F78-3123-C3C9-7C32BA7FBC74}"/>
          </ac:spMkLst>
        </pc:spChg>
        <pc:spChg chg="mod">
          <ac:chgData name="Christina Walker" userId="MXZEb9jOdEdRsZYtiTOTJGZRPqyTJI7abOdc/Wk00s0=" providerId="None" clId="Web-{48984F1D-B450-4EEE-AE06-D9A7FC4E4716}" dt="2026-04-07T20:24:40.724" v="20" actId="1076"/>
          <ac:spMkLst>
            <pc:docMk/>
            <pc:sldMk cId="0" sldId="256"/>
            <ac:spMk id="24" creationId="{B87CED41-71A5-B76B-4CB4-85D26F5E715D}"/>
          </ac:spMkLst>
        </pc:spChg>
        <pc:spChg chg="mod">
          <ac:chgData name="Christina Walker" userId="MXZEb9jOdEdRsZYtiTOTJGZRPqyTJI7abOdc/Wk00s0=" providerId="None" clId="Web-{48984F1D-B450-4EEE-AE06-D9A7FC4E4716}" dt="2026-04-07T20:11:58.827" v="5" actId="20577"/>
          <ac:spMkLst>
            <pc:docMk/>
            <pc:sldMk cId="0" sldId="256"/>
            <ac:spMk id="153" creationId="{00000000-0000-0000-0000-000000000000}"/>
          </ac:spMkLst>
        </pc:spChg>
        <pc:spChg chg="mod">
          <ac:chgData name="Christina Walker" userId="MXZEb9jOdEdRsZYtiTOTJGZRPqyTJI7abOdc/Wk00s0=" providerId="None" clId="Web-{48984F1D-B450-4EEE-AE06-D9A7FC4E4716}" dt="2026-04-07T20:12:15.859" v="7" actId="20577"/>
          <ac:spMkLst>
            <pc:docMk/>
            <pc:sldMk cId="0" sldId="256"/>
            <ac:spMk id="154" creationId="{00000000-0000-0000-0000-000000000000}"/>
          </ac:spMkLst>
        </pc:spChg>
        <pc:spChg chg="mod">
          <ac:chgData name="Christina Walker" userId="MXZEb9jOdEdRsZYtiTOTJGZRPqyTJI7abOdc/Wk00s0=" providerId="None" clId="Web-{48984F1D-B450-4EEE-AE06-D9A7FC4E4716}" dt="2026-04-07T20:31:22.241" v="38" actId="1076"/>
          <ac:spMkLst>
            <pc:docMk/>
            <pc:sldMk cId="0" sldId="256"/>
            <ac:spMk id="162" creationId="{00000000-0000-0000-0000-000000000000}"/>
          </ac:spMkLst>
        </pc:spChg>
        <pc:spChg chg="mod">
          <ac:chgData name="Christina Walker" userId="MXZEb9jOdEdRsZYtiTOTJGZRPqyTJI7abOdc/Wk00s0=" providerId="None" clId="Web-{48984F1D-B450-4EEE-AE06-D9A7FC4E4716}" dt="2026-04-07T20:12:59.484" v="12" actId="20577"/>
          <ac:spMkLst>
            <pc:docMk/>
            <pc:sldMk cId="0" sldId="256"/>
            <ac:spMk id="178" creationId="{00000000-0000-0000-0000-000000000000}"/>
          </ac:spMkLst>
        </pc:spChg>
        <pc:spChg chg="mod">
          <ac:chgData name="Christina Walker" userId="MXZEb9jOdEdRsZYtiTOTJGZRPqyTJI7abOdc/Wk00s0=" providerId="None" clId="Web-{48984F1D-B450-4EEE-AE06-D9A7FC4E4716}" dt="2026-04-07T20:33:24.430" v="43" actId="1076"/>
          <ac:spMkLst>
            <pc:docMk/>
            <pc:sldMk cId="0" sldId="256"/>
            <ac:spMk id="187" creationId="{00000000-0000-0000-0000-000000000000}"/>
          </ac:spMkLst>
        </pc:spChg>
        <pc:picChg chg="mod">
          <ac:chgData name="Christina Walker" userId="MXZEb9jOdEdRsZYtiTOTJGZRPqyTJI7abOdc/Wk00s0=" providerId="None" clId="Web-{48984F1D-B450-4EEE-AE06-D9A7FC4E4716}" dt="2026-04-07T20:31:08.303" v="36" actId="1076"/>
          <ac:picMkLst>
            <pc:docMk/>
            <pc:sldMk cId="0" sldId="256"/>
            <ac:picMk id="20" creationId="{7B0A30C5-B325-84B5-D7E4-B968A2306E35}"/>
          </ac:picMkLst>
        </pc:picChg>
        <pc:picChg chg="mod">
          <ac:chgData name="Christina Walker" userId="MXZEb9jOdEdRsZYtiTOTJGZRPqyTJI7abOdc/Wk00s0=" providerId="None" clId="Web-{48984F1D-B450-4EEE-AE06-D9A7FC4E4716}" dt="2026-04-07T20:14:48.766" v="16" actId="14100"/>
          <ac:picMkLst>
            <pc:docMk/>
            <pc:sldMk cId="0" sldId="256"/>
            <ac:picMk id="155" creationId="{00000000-0000-0000-0000-000000000000}"/>
          </ac:picMkLst>
        </pc:picChg>
        <pc:picChg chg="mod">
          <ac:chgData name="Christina Walker" userId="MXZEb9jOdEdRsZYtiTOTJGZRPqyTJI7abOdc/Wk00s0=" providerId="None" clId="Web-{48984F1D-B450-4EEE-AE06-D9A7FC4E4716}" dt="2026-04-07T20:24:20.286" v="19" actId="1076"/>
          <ac:picMkLst>
            <pc:docMk/>
            <pc:sldMk cId="0" sldId="256"/>
            <ac:picMk id="192" creationId="{00000000-0000-0000-0000-000000000000}"/>
          </ac:picMkLst>
        </pc:picChg>
      </pc:sldChg>
    </pc:docChg>
  </pc:docChgLst>
  <pc:docChgLst>
    <pc:chgData name="Christina Walker" userId="MXZEb9jOdEdRsZYtiTOTJGZRPqyTJI7abOdc/Wk00s0=" providerId="None" clId="Web-{3735159B-C5BA-497D-B5BB-0C1E32D26E27}"/>
    <pc:docChg chg="modSld">
      <pc:chgData name="Christina Walker" userId="MXZEb9jOdEdRsZYtiTOTJGZRPqyTJI7abOdc/Wk00s0=" providerId="None" clId="Web-{3735159B-C5BA-497D-B5BB-0C1E32D26E27}" dt="2026-03-28T03:58:14.807" v="61" actId="20577"/>
      <pc:docMkLst>
        <pc:docMk/>
      </pc:docMkLst>
      <pc:sldChg chg="addSp modSp">
        <pc:chgData name="Christina Walker" userId="MXZEb9jOdEdRsZYtiTOTJGZRPqyTJI7abOdc/Wk00s0=" providerId="None" clId="Web-{3735159B-C5BA-497D-B5BB-0C1E32D26E27}" dt="2026-03-28T03:58:14.807" v="61" actId="20577"/>
        <pc:sldMkLst>
          <pc:docMk/>
          <pc:sldMk cId="0" sldId="256"/>
        </pc:sldMkLst>
        <pc:spChg chg="add mod">
          <ac:chgData name="Christina Walker" userId="MXZEb9jOdEdRsZYtiTOTJGZRPqyTJI7abOdc/Wk00s0=" providerId="None" clId="Web-{3735159B-C5BA-497D-B5BB-0C1E32D26E27}" dt="2026-03-28T03:52:56.620" v="9"/>
          <ac:spMkLst>
            <pc:docMk/>
            <pc:sldMk cId="0" sldId="256"/>
            <ac:spMk id="4" creationId="{AB711879-BBC1-9968-8AE6-CA0FB04D582C}"/>
          </ac:spMkLst>
        </pc:spChg>
        <pc:spChg chg="add mod">
          <ac:chgData name="Christina Walker" userId="MXZEb9jOdEdRsZYtiTOTJGZRPqyTJI7abOdc/Wk00s0=" providerId="None" clId="Web-{3735159B-C5BA-497D-B5BB-0C1E32D26E27}" dt="2026-03-28T03:53:49.057" v="33"/>
          <ac:spMkLst>
            <pc:docMk/>
            <pc:sldMk cId="0" sldId="256"/>
            <ac:spMk id="6" creationId="{480F2C49-C7AF-E6C7-3DB4-9EA88004F716}"/>
          </ac:spMkLst>
        </pc:spChg>
        <pc:spChg chg="add mod">
          <ac:chgData name="Christina Walker" userId="MXZEb9jOdEdRsZYtiTOTJGZRPqyTJI7abOdc/Wk00s0=" providerId="None" clId="Web-{3735159B-C5BA-497D-B5BB-0C1E32D26E27}" dt="2026-03-28T03:54:53.667" v="55"/>
          <ac:spMkLst>
            <pc:docMk/>
            <pc:sldMk cId="0" sldId="256"/>
            <ac:spMk id="7" creationId="{FA74ACE0-D5D6-F8A3-D6A7-122317EB4BD0}"/>
          </ac:spMkLst>
        </pc:spChg>
        <pc:spChg chg="mod">
          <ac:chgData name="Christina Walker" userId="MXZEb9jOdEdRsZYtiTOTJGZRPqyTJI7abOdc/Wk00s0=" providerId="None" clId="Web-{3735159B-C5BA-497D-B5BB-0C1E32D26E27}" dt="2026-03-28T03:57:55.010" v="59" actId="14100"/>
          <ac:spMkLst>
            <pc:docMk/>
            <pc:sldMk cId="0" sldId="256"/>
            <ac:spMk id="9" creationId="{F83E91E2-8290-3874-EA49-9C3B797CD89E}"/>
          </ac:spMkLst>
        </pc:spChg>
        <pc:spChg chg="mod">
          <ac:chgData name="Christina Walker" userId="MXZEb9jOdEdRsZYtiTOTJGZRPqyTJI7abOdc/Wk00s0=" providerId="None" clId="Web-{3735159B-C5BA-497D-B5BB-0C1E32D26E27}" dt="2026-03-28T03:57:38.198" v="57" actId="14100"/>
          <ac:spMkLst>
            <pc:docMk/>
            <pc:sldMk cId="0" sldId="256"/>
            <ac:spMk id="13" creationId="{D82C7044-EF94-20B1-198E-CEAA4626B3CC}"/>
          </ac:spMkLst>
        </pc:spChg>
        <pc:spChg chg="mod">
          <ac:chgData name="Christina Walker" userId="MXZEb9jOdEdRsZYtiTOTJGZRPqyTJI7abOdc/Wk00s0=" providerId="None" clId="Web-{3735159B-C5BA-497D-B5BB-0C1E32D26E27}" dt="2026-03-28T03:57:28.745" v="56" actId="14100"/>
          <ac:spMkLst>
            <pc:docMk/>
            <pc:sldMk cId="0" sldId="256"/>
            <ac:spMk id="14" creationId="{A70B9852-00D2-969E-3067-BB0EF13CD893}"/>
          </ac:spMkLst>
        </pc:spChg>
        <pc:spChg chg="mod">
          <ac:chgData name="Christina Walker" userId="MXZEb9jOdEdRsZYtiTOTJGZRPqyTJI7abOdc/Wk00s0=" providerId="None" clId="Web-{3735159B-C5BA-497D-B5BB-0C1E32D26E27}" dt="2026-03-28T03:57:45.135" v="58" actId="14100"/>
          <ac:spMkLst>
            <pc:docMk/>
            <pc:sldMk cId="0" sldId="256"/>
            <ac:spMk id="15" creationId="{22137AAB-9918-E1BF-A931-E52D5416A63A}"/>
          </ac:spMkLst>
        </pc:spChg>
        <pc:spChg chg="mod">
          <ac:chgData name="Christina Walker" userId="MXZEb9jOdEdRsZYtiTOTJGZRPqyTJI7abOdc/Wk00s0=" providerId="None" clId="Web-{3735159B-C5BA-497D-B5BB-0C1E32D26E27}" dt="2026-03-28T03:58:14.807" v="61" actId="20577"/>
          <ac:spMkLst>
            <pc:docMk/>
            <pc:sldMk cId="0" sldId="256"/>
            <ac:spMk id="178" creationId="{00000000-0000-0000-0000-000000000000}"/>
          </ac:spMkLst>
        </pc:spChg>
      </pc:sldChg>
    </pc:docChg>
  </pc:docChgLst>
  <pc:docChgLst>
    <pc:chgData name="Christina Walker" userId="MXZEb9jOdEdRsZYtiTOTJGZRPqyTJI7abOdc/Wk00s0=" providerId="None" clId="Web-{DCE2812E-35B1-427E-8C75-1C28633D6842}"/>
    <pc:docChg chg="modSld">
      <pc:chgData name="Christina Walker" userId="MXZEb9jOdEdRsZYtiTOTJGZRPqyTJI7abOdc/Wk00s0=" providerId="None" clId="Web-{DCE2812E-35B1-427E-8C75-1C28633D6842}" dt="2026-03-28T01:27:37.331" v="349"/>
      <pc:docMkLst>
        <pc:docMk/>
      </pc:docMkLst>
      <pc:sldChg chg="addSp delSp modSp">
        <pc:chgData name="Christina Walker" userId="MXZEb9jOdEdRsZYtiTOTJGZRPqyTJI7abOdc/Wk00s0=" providerId="None" clId="Web-{DCE2812E-35B1-427E-8C75-1C28633D6842}" dt="2026-03-28T01:27:37.331" v="349"/>
        <pc:sldMkLst>
          <pc:docMk/>
          <pc:sldMk cId="0" sldId="256"/>
        </pc:sldMkLst>
        <pc:spChg chg="add del mod">
          <ac:chgData name="Christina Walker" userId="MXZEb9jOdEdRsZYtiTOTJGZRPqyTJI7abOdc/Wk00s0=" providerId="None" clId="Web-{DCE2812E-35B1-427E-8C75-1C28633D6842}" dt="2026-03-28T01:25:30.671" v="344"/>
          <ac:spMkLst>
            <pc:docMk/>
            <pc:sldMk cId="0" sldId="256"/>
            <ac:spMk id="169" creationId="{00000000-0000-0000-0000-000000000000}"/>
          </ac:spMkLst>
        </pc:spChg>
        <pc:spChg chg="mod modVis">
          <ac:chgData name="Christina Walker" userId="MXZEb9jOdEdRsZYtiTOTJGZRPqyTJI7abOdc/Wk00s0=" providerId="None" clId="Web-{DCE2812E-35B1-427E-8C75-1C28633D6842}" dt="2026-03-28T01:27:37.331" v="349"/>
          <ac:spMkLst>
            <pc:docMk/>
            <pc:sldMk cId="0" sldId="256"/>
            <ac:spMk id="170" creationId="{00000000-0000-0000-0000-000000000000}"/>
          </ac:spMkLst>
        </pc:spChg>
        <pc:spChg chg="mod modVis">
          <ac:chgData name="Christina Walker" userId="MXZEb9jOdEdRsZYtiTOTJGZRPqyTJI7abOdc/Wk00s0=" providerId="None" clId="Web-{DCE2812E-35B1-427E-8C75-1C28633D6842}" dt="2026-03-28T01:27:12.613" v="345"/>
          <ac:spMkLst>
            <pc:docMk/>
            <pc:sldMk cId="0" sldId="256"/>
            <ac:spMk id="171" creationId="{00000000-0000-0000-0000-000000000000}"/>
          </ac:spMkLst>
        </pc:spChg>
        <pc:grpChg chg="add del">
          <ac:chgData name="Christina Walker" userId="MXZEb9jOdEdRsZYtiTOTJGZRPqyTJI7abOdc/Wk00s0=" providerId="None" clId="Web-{DCE2812E-35B1-427E-8C75-1C28633D6842}" dt="2026-03-28T01:25:30.671" v="344"/>
          <ac:grpSpMkLst>
            <pc:docMk/>
            <pc:sldMk cId="0" sldId="256"/>
            <ac:grpSpMk id="168" creationId="{00000000-0000-0000-0000-000000000000}"/>
          </ac:grpSpMkLst>
        </pc:grpChg>
        <pc:picChg chg="add mod">
          <ac:chgData name="Christina Walker" userId="MXZEb9jOdEdRsZYtiTOTJGZRPqyTJI7abOdc/Wk00s0=" providerId="None" clId="Web-{DCE2812E-35B1-427E-8C75-1C28633D6842}" dt="2026-03-28T01:22:27.320" v="341" actId="1076"/>
          <ac:picMkLst>
            <pc:docMk/>
            <pc:sldMk cId="0" sldId="256"/>
            <ac:picMk id="20" creationId="{7B0A30C5-B325-84B5-D7E4-B968A2306E35}"/>
          </ac:picMkLst>
        </pc:picChg>
        <pc:picChg chg="mod modVis">
          <ac:chgData name="Christina Walker" userId="MXZEb9jOdEdRsZYtiTOTJGZRPqyTJI7abOdc/Wk00s0=" providerId="None" clId="Web-{DCE2812E-35B1-427E-8C75-1C28633D6842}" dt="2026-03-28T01:27:16.238" v="347"/>
          <ac:picMkLst>
            <pc:docMk/>
            <pc:sldMk cId="0" sldId="256"/>
            <ac:picMk id="188" creationId="{00000000-0000-0000-0000-000000000000}"/>
          </ac:picMkLst>
        </pc:picChg>
      </pc:sldChg>
    </pc:docChg>
  </pc:docChgLst>
  <pc:docChgLst>
    <pc:chgData name="Christina Walker" userId="MXZEb9jOdEdRsZYtiTOTJGZRPqyTJI7abOdc/Wk00s0=" providerId="None" clId="Web-{27BF02ED-BAE1-4BD7-B1BF-82BA7586EA4B}"/>
    <pc:docChg chg="modSld">
      <pc:chgData name="Christina Walker" userId="MXZEb9jOdEdRsZYtiTOTJGZRPqyTJI7abOdc/Wk00s0=" providerId="None" clId="Web-{27BF02ED-BAE1-4BD7-B1BF-82BA7586EA4B}" dt="2026-03-28T04:43:01.567" v="138"/>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9" name="Google Shape;15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OBJECT">
    <p:bg>
      <p:bgPr>
        <a:gradFill rotWithShape="0">
          <a:gsLst>
            <a:gs pos="0">
              <a:srgbClr val="FFFFFF"/>
            </a:gs>
            <a:gs pos="100000">
              <a:srgbClr val="B7B7B7"/>
            </a:gs>
          </a:gsLst>
          <a:lin ang="5400000"/>
        </a:gradFill>
        <a:effectLst/>
      </p:bgPr>
    </p:bg>
    <p:spTree>
      <p:nvGrpSpPr>
        <p:cNvPr id="1" name=""/>
        <p:cNvGrpSpPr/>
        <p:nvPr/>
      </p:nvGrpSpPr>
      <p:grpSpPr>
        <a:xfrm>
          <a:off x="0" y="0"/>
          <a:ext cx="0" cy="0"/>
          <a:chOff x="0" y="0"/>
          <a:chExt cx="0" cy="0"/>
        </a:xfrm>
      </p:grpSpPr>
      <p:pic>
        <p:nvPicPr>
          <p:cNvPr id="2" name="Google Shape;6;p2" descr="\\DROBO-FS\QuickDrops\JB\PPTX NG\Droplets\LightingOverlay.png"/>
          <p:cNvPicPr/>
          <p:nvPr/>
        </p:nvPicPr>
        <p:blipFill>
          <a:blip r:embed="rId2"/>
          <a:stretch/>
        </p:blipFill>
        <p:spPr>
          <a:xfrm>
            <a:off x="0" y="0"/>
            <a:ext cx="43890840" cy="32918040"/>
          </a:xfrm>
          <a:prstGeom prst="rect">
            <a:avLst/>
          </a:prstGeom>
          <a:noFill/>
          <a:ln w="0">
            <a:noFill/>
          </a:ln>
        </p:spPr>
      </p:pic>
      <p:sp>
        <p:nvSpPr>
          <p:cNvPr id="3" name="PlaceHolder 1"/>
          <p:cNvSpPr>
            <a:spLocks noGrp="1"/>
          </p:cNvSpPr>
          <p:nvPr>
            <p:ph type="title"/>
          </p:nvPr>
        </p:nvSpPr>
        <p:spPr>
          <a:xfrm>
            <a:off x="3289680" y="2968920"/>
            <a:ext cx="37311840" cy="7661160"/>
          </a:xfrm>
          <a:prstGeom prst="rect">
            <a:avLst/>
          </a:prstGeom>
          <a:noFill/>
          <a:ln w="0">
            <a:noFill/>
          </a:ln>
        </p:spPr>
        <p:txBody>
          <a:bodyPr lIns="91440" tIns="45720" rIns="91440" bIns="45720" anchor="ctr">
            <a:normAutofit/>
          </a:bodyPr>
          <a:lstStyle/>
          <a:p>
            <a:pPr indent="0">
              <a:buNone/>
            </a:pPr>
            <a:r>
              <a:rPr lang="en-US" sz="17280" b="0" u="none" strike="noStrike">
                <a:solidFill>
                  <a:srgbClr val="000000"/>
                </a:solidFill>
                <a:effectLst/>
                <a:uFillTx/>
                <a:latin typeface="Arial"/>
              </a:rPr>
              <a:t>Click to edit the title text format</a:t>
            </a:r>
          </a:p>
        </p:txBody>
      </p:sp>
      <p:sp>
        <p:nvSpPr>
          <p:cNvPr id="4" name="PlaceHolder 2"/>
          <p:cNvSpPr>
            <a:spLocks noGrp="1"/>
          </p:cNvSpPr>
          <p:nvPr>
            <p:ph type="body"/>
          </p:nvPr>
        </p:nvSpPr>
        <p:spPr>
          <a:xfrm>
            <a:off x="3289680" y="11361960"/>
            <a:ext cx="37311840" cy="16435440"/>
          </a:xfrm>
          <a:prstGeom prst="rect">
            <a:avLst/>
          </a:prstGeom>
          <a:noFill/>
          <a:ln w="0">
            <a:noFill/>
          </a:ln>
        </p:spPr>
        <p:txBody>
          <a:bodyPr lIns="91440" tIns="45720" rIns="91440" bIns="45720" anchor="t">
            <a:normAutofit/>
          </a:bodyPr>
          <a:lstStyle/>
          <a:p>
            <a:pPr marL="432000" indent="-324000">
              <a:spcBef>
                <a:spcPts val="1417"/>
              </a:spcBef>
              <a:buClr>
                <a:srgbClr val="000000"/>
              </a:buClr>
              <a:buSzPct val="45000"/>
              <a:buFont typeface="Wingdings" charset="2"/>
              <a:buChar char=""/>
            </a:pPr>
            <a:r>
              <a:rPr lang="en-US" sz="9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9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9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9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Seventh Outline Level</a:t>
            </a:r>
          </a:p>
        </p:txBody>
      </p:sp>
      <p:sp>
        <p:nvSpPr>
          <p:cNvPr id="5" name="PlaceHolder 3"/>
          <p:cNvSpPr>
            <a:spLocks noGrp="1"/>
          </p:cNvSpPr>
          <p:nvPr>
            <p:ph type="dt" idx="1"/>
          </p:nvPr>
        </p:nvSpPr>
        <p:spPr>
          <a:xfrm>
            <a:off x="27643320" y="28239840"/>
            <a:ext cx="9875160" cy="17521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&lt;date/time&gt;</a:t>
            </a:r>
          </a:p>
        </p:txBody>
      </p:sp>
      <p:sp>
        <p:nvSpPr>
          <p:cNvPr id="6" name="PlaceHolder 4"/>
          <p:cNvSpPr>
            <a:spLocks noGrp="1"/>
          </p:cNvSpPr>
          <p:nvPr>
            <p:ph type="ftr" idx="2"/>
          </p:nvPr>
        </p:nvSpPr>
        <p:spPr>
          <a:xfrm>
            <a:off x="3289680" y="28239840"/>
            <a:ext cx="24022080" cy="17521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7" name="PlaceHolder 5"/>
          <p:cNvSpPr>
            <a:spLocks noGrp="1"/>
          </p:cNvSpPr>
          <p:nvPr>
            <p:ph type="sldNum" idx="3"/>
          </p:nvPr>
        </p:nvSpPr>
        <p:spPr>
          <a:xfrm>
            <a:off x="37850400" y="28239840"/>
            <a:ext cx="2750760" cy="17521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4800" b="0" u="none" strike="noStrike">
                <a:solidFill>
                  <a:schemeClr val="dk1"/>
                </a:solidFill>
                <a:effectLst/>
                <a:uFillTx/>
                <a:latin typeface="Twentieth Century"/>
                <a:ea typeface="Twentieth Century"/>
              </a:defRPr>
            </a:lvl1pPr>
          </a:lstStyle>
          <a:p>
            <a:pPr indent="0" algn="r">
              <a:lnSpc>
                <a:spcPct val="100000"/>
              </a:lnSpc>
              <a:buNone/>
              <a:tabLst>
                <a:tab pos="0" algn="l"/>
              </a:tabLst>
            </a:pPr>
            <a:fld id="{A7B8D44A-A75D-4660-9AC8-E3010F8D5650}" type="slidenum">
              <a:rPr lang="en-US" sz="4800" b="0" u="none" strike="noStrike">
                <a:solidFill>
                  <a:schemeClr val="dk1"/>
                </a:solidFill>
                <a:effectLst/>
                <a:uFillTx/>
                <a:latin typeface="Twentieth Century"/>
                <a:ea typeface="Twentieth Century"/>
              </a:rPr>
              <a:t>‹#›</a:t>
            </a:fld>
            <a:endParaRPr lang="en-US" sz="48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PICTURE_WITH_CAPTION_TEXT">
    <p:bg>
      <p:bgPr>
        <a:gradFill rotWithShape="0">
          <a:gsLst>
            <a:gs pos="0">
              <a:srgbClr val="FFFFFF"/>
            </a:gs>
            <a:gs pos="100000">
              <a:srgbClr val="B7B7B7"/>
            </a:gs>
          </a:gsLst>
          <a:lin ang="5400000"/>
        </a:gradFill>
        <a:effectLst/>
      </p:bgPr>
    </p:bg>
    <p:spTree>
      <p:nvGrpSpPr>
        <p:cNvPr id="1" name=""/>
        <p:cNvGrpSpPr/>
        <p:nvPr/>
      </p:nvGrpSpPr>
      <p:grpSpPr>
        <a:xfrm>
          <a:off x="0" y="0"/>
          <a:ext cx="0" cy="0"/>
          <a:chOff x="0" y="0"/>
          <a:chExt cx="0" cy="0"/>
        </a:xfrm>
      </p:grpSpPr>
      <p:pic>
        <p:nvPicPr>
          <p:cNvPr id="8" name="Google Shape;6;p2" descr="\\DROBO-FS\QuickDrops\JB\PPTX NG\Droplets\LightingOverlay.png"/>
          <p:cNvPicPr/>
          <p:nvPr/>
        </p:nvPicPr>
        <p:blipFill>
          <a:blip r:embed="rId2"/>
          <a:stretch/>
        </p:blipFill>
        <p:spPr>
          <a:xfrm>
            <a:off x="0" y="0"/>
            <a:ext cx="43890840" cy="32918040"/>
          </a:xfrm>
          <a:prstGeom prst="rect">
            <a:avLst/>
          </a:prstGeom>
          <a:noFill/>
          <a:ln w="0">
            <a:noFill/>
          </a:ln>
        </p:spPr>
      </p:pic>
      <p:pic>
        <p:nvPicPr>
          <p:cNvPr id="9" name="Google Shape;77;p12" descr="Droplets-SD-Content-R1d.png"/>
          <p:cNvPicPr/>
          <p:nvPr/>
        </p:nvPicPr>
        <p:blipFill>
          <a:blip r:embed="rId3"/>
          <a:stretch/>
        </p:blipFill>
        <p:spPr>
          <a:xfrm>
            <a:off x="0" y="0"/>
            <a:ext cx="43890840" cy="32918040"/>
          </a:xfrm>
          <a:prstGeom prst="rect">
            <a:avLst/>
          </a:prstGeom>
          <a:noFill/>
          <a:ln w="0">
            <a:noFill/>
          </a:ln>
        </p:spPr>
      </p:pic>
      <p:sp>
        <p:nvSpPr>
          <p:cNvPr id="10" name="PlaceHolder 1"/>
          <p:cNvSpPr>
            <a:spLocks noGrp="1"/>
          </p:cNvSpPr>
          <p:nvPr>
            <p:ph type="title"/>
          </p:nvPr>
        </p:nvSpPr>
        <p:spPr>
          <a:xfrm>
            <a:off x="3289680" y="2926080"/>
            <a:ext cx="19821960" cy="9711360"/>
          </a:xfrm>
          <a:prstGeom prst="rect">
            <a:avLst/>
          </a:prstGeom>
          <a:noFill/>
          <a:ln w="0">
            <a:noFill/>
          </a:ln>
        </p:spPr>
        <p:txBody>
          <a:bodyPr lIns="91440" tIns="45720" rIns="91440" bIns="45720" anchor="b">
            <a:normAutofit/>
          </a:bodyPr>
          <a:lstStyle/>
          <a:p>
            <a:pPr indent="0">
              <a:buNone/>
            </a:pPr>
            <a:r>
              <a:rPr lang="en-US" sz="15360" b="0" u="none" strike="noStrike">
                <a:solidFill>
                  <a:srgbClr val="000000"/>
                </a:solidFill>
                <a:effectLst/>
                <a:uFillTx/>
                <a:latin typeface="Arial"/>
              </a:rPr>
              <a:t>Click to edit the title text format</a:t>
            </a:r>
          </a:p>
        </p:txBody>
      </p:sp>
      <p:sp>
        <p:nvSpPr>
          <p:cNvPr id="11" name="PlaceHolder 2"/>
          <p:cNvSpPr>
            <a:spLocks noGrp="1"/>
          </p:cNvSpPr>
          <p:nvPr>
            <p:ph type="body"/>
          </p:nvPr>
        </p:nvSpPr>
        <p:spPr>
          <a:xfrm>
            <a:off x="24020640" y="2926080"/>
            <a:ext cx="14427720" cy="24871320"/>
          </a:xfrm>
          <a:prstGeom prst="rect">
            <a:avLst/>
          </a:prstGeom>
          <a:noFill/>
          <a:ln w="82440" cap="sq">
            <a:solidFill>
              <a:srgbClr val="EAEAEA"/>
            </a:solidFill>
            <a:miter/>
          </a:ln>
        </p:spPr>
        <p:txBody>
          <a:bodyPr lIns="91440" tIns="45720" rIns="91440" bIns="45720" anchor="t">
            <a:normAutofit fontScale="85000" lnSpcReduction="19999"/>
          </a:bodyPr>
          <a:lstStyle/>
          <a:p>
            <a:pPr marL="432000" indent="-324000">
              <a:spcBef>
                <a:spcPts val="1417"/>
              </a:spcBef>
              <a:buClr>
                <a:srgbClr val="000000"/>
              </a:buClr>
              <a:buSzPct val="45000"/>
              <a:buFont typeface="Wingdings" charset="2"/>
              <a:buChar char=""/>
            </a:pPr>
            <a:r>
              <a:rPr lang="en-US" sz="1536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536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536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536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1536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1536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15360" b="0" u="none" strike="noStrike">
                <a:solidFill>
                  <a:srgbClr val="000000"/>
                </a:solidFill>
                <a:effectLst/>
                <a:uFillTx/>
                <a:latin typeface="Arial"/>
              </a:rPr>
              <a:t>Seventh Outline Level</a:t>
            </a:r>
          </a:p>
        </p:txBody>
      </p:sp>
      <p:sp>
        <p:nvSpPr>
          <p:cNvPr id="12" name="PlaceHolder 3"/>
          <p:cNvSpPr>
            <a:spLocks noGrp="1"/>
          </p:cNvSpPr>
          <p:nvPr>
            <p:ph type="body"/>
          </p:nvPr>
        </p:nvSpPr>
        <p:spPr>
          <a:xfrm>
            <a:off x="3289680" y="12637800"/>
            <a:ext cx="19821600" cy="15159600"/>
          </a:xfrm>
          <a:prstGeom prst="rect">
            <a:avLst/>
          </a:prstGeom>
          <a:noFill/>
          <a:ln w="0">
            <a:noFill/>
          </a:ln>
        </p:spPr>
        <p:txBody>
          <a:bodyPr lIns="91440" tIns="45720" rIns="91440" bIns="45720" anchor="t">
            <a:normAutofit/>
          </a:bodyPr>
          <a:lstStyle/>
          <a:p>
            <a:pPr marL="432000" indent="-324000">
              <a:spcBef>
                <a:spcPts val="1417"/>
              </a:spcBef>
              <a:buClr>
                <a:srgbClr val="000000"/>
              </a:buClr>
              <a:buSzPct val="45000"/>
              <a:buFont typeface="Wingdings" charset="2"/>
              <a:buChar char=""/>
            </a:pPr>
            <a:r>
              <a:rPr lang="en-US" sz="768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768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768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768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Seventh Outline Level</a:t>
            </a:r>
          </a:p>
        </p:txBody>
      </p:sp>
      <p:sp>
        <p:nvSpPr>
          <p:cNvPr id="13" name="PlaceHolder 4"/>
          <p:cNvSpPr>
            <a:spLocks noGrp="1"/>
          </p:cNvSpPr>
          <p:nvPr>
            <p:ph type="dt" idx="4"/>
          </p:nvPr>
        </p:nvSpPr>
        <p:spPr>
          <a:xfrm>
            <a:off x="27643320" y="28239840"/>
            <a:ext cx="9875160" cy="17521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&lt;date/time&gt;</a:t>
            </a:r>
          </a:p>
        </p:txBody>
      </p:sp>
      <p:sp>
        <p:nvSpPr>
          <p:cNvPr id="14" name="PlaceHolder 5"/>
          <p:cNvSpPr>
            <a:spLocks noGrp="1"/>
          </p:cNvSpPr>
          <p:nvPr>
            <p:ph type="ftr" idx="5"/>
          </p:nvPr>
        </p:nvSpPr>
        <p:spPr>
          <a:xfrm>
            <a:off x="3289680" y="28239840"/>
            <a:ext cx="24022080" cy="17521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5" name="PlaceHolder 6"/>
          <p:cNvSpPr>
            <a:spLocks noGrp="1"/>
          </p:cNvSpPr>
          <p:nvPr>
            <p:ph type="sldNum" idx="6"/>
          </p:nvPr>
        </p:nvSpPr>
        <p:spPr>
          <a:xfrm>
            <a:off x="37850400" y="28239840"/>
            <a:ext cx="2750760" cy="17521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4800" b="0" u="none" strike="noStrike">
                <a:solidFill>
                  <a:schemeClr val="dk1"/>
                </a:solidFill>
                <a:effectLst/>
                <a:uFillTx/>
                <a:latin typeface="Twentieth Century"/>
                <a:ea typeface="Twentieth Century"/>
              </a:defRPr>
            </a:lvl1pPr>
          </a:lstStyle>
          <a:p>
            <a:pPr indent="0" algn="r">
              <a:lnSpc>
                <a:spcPct val="100000"/>
              </a:lnSpc>
              <a:buNone/>
              <a:tabLst>
                <a:tab pos="0" algn="l"/>
              </a:tabLst>
            </a:pPr>
            <a:fld id="{C89D9170-CBE8-4BC2-869B-01892296E769}" type="slidenum">
              <a:rPr lang="en-US" sz="4800" b="0" u="none" strike="noStrike">
                <a:solidFill>
                  <a:schemeClr val="dk1"/>
                </a:solidFill>
                <a:effectLst/>
                <a:uFillTx/>
                <a:latin typeface="Twentieth Century"/>
                <a:ea typeface="Twentieth Century"/>
              </a:rPr>
              <a:t>‹#›</a:t>
            </a:fld>
            <a:endParaRPr lang="en-US" sz="48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Panoramic Picture with Caption">
    <p:bg>
      <p:bgPr>
        <a:gradFill rotWithShape="0">
          <a:gsLst>
            <a:gs pos="0">
              <a:srgbClr val="FFFFFF"/>
            </a:gs>
            <a:gs pos="100000">
              <a:srgbClr val="B7B7B7"/>
            </a:gs>
          </a:gsLst>
          <a:lin ang="5400000"/>
        </a:gradFill>
        <a:effectLst/>
      </p:bgPr>
    </p:bg>
    <p:spTree>
      <p:nvGrpSpPr>
        <p:cNvPr id="1" name=""/>
        <p:cNvGrpSpPr/>
        <p:nvPr/>
      </p:nvGrpSpPr>
      <p:grpSpPr>
        <a:xfrm>
          <a:off x="0" y="0"/>
          <a:ext cx="0" cy="0"/>
          <a:chOff x="0" y="0"/>
          <a:chExt cx="0" cy="0"/>
        </a:xfrm>
      </p:grpSpPr>
      <p:pic>
        <p:nvPicPr>
          <p:cNvPr id="16" name="Google Shape;6;p2" descr="\\DROBO-FS\QuickDrops\JB\PPTX NG\Droplets\LightingOverlay.png"/>
          <p:cNvPicPr/>
          <p:nvPr/>
        </p:nvPicPr>
        <p:blipFill>
          <a:blip r:embed="rId2"/>
          <a:stretch/>
        </p:blipFill>
        <p:spPr>
          <a:xfrm>
            <a:off x="0" y="0"/>
            <a:ext cx="43890840" cy="32918040"/>
          </a:xfrm>
          <a:prstGeom prst="rect">
            <a:avLst/>
          </a:prstGeom>
          <a:noFill/>
          <a:ln w="0">
            <a:noFill/>
          </a:ln>
        </p:spPr>
      </p:pic>
      <p:pic>
        <p:nvPicPr>
          <p:cNvPr id="17" name="Google Shape;85;p13" descr="Droplets-SD-Content-R1d.png"/>
          <p:cNvPicPr/>
          <p:nvPr/>
        </p:nvPicPr>
        <p:blipFill>
          <a:blip r:embed="rId3"/>
          <a:stretch/>
        </p:blipFill>
        <p:spPr>
          <a:xfrm>
            <a:off x="0" y="0"/>
            <a:ext cx="43890840" cy="32918040"/>
          </a:xfrm>
          <a:prstGeom prst="rect">
            <a:avLst/>
          </a:prstGeom>
          <a:noFill/>
          <a:ln w="0">
            <a:noFill/>
          </a:ln>
        </p:spPr>
      </p:pic>
      <p:sp>
        <p:nvSpPr>
          <p:cNvPr id="18" name="PlaceHolder 1"/>
          <p:cNvSpPr>
            <a:spLocks noGrp="1"/>
          </p:cNvSpPr>
          <p:nvPr>
            <p:ph type="title"/>
          </p:nvPr>
        </p:nvSpPr>
        <p:spPr>
          <a:xfrm>
            <a:off x="3289680" y="20589120"/>
            <a:ext cx="37311480" cy="3895200"/>
          </a:xfrm>
          <a:prstGeom prst="rect">
            <a:avLst/>
          </a:prstGeom>
          <a:noFill/>
          <a:ln w="0">
            <a:noFill/>
          </a:ln>
        </p:spPr>
        <p:txBody>
          <a:bodyPr lIns="91440" tIns="45720" rIns="91440" bIns="45720" anchor="b">
            <a:normAutofit/>
          </a:bodyPr>
          <a:lstStyle/>
          <a:p>
            <a:pPr indent="0">
              <a:buNone/>
            </a:pPr>
            <a:r>
              <a:rPr lang="en-US" sz="15360" b="0" u="none" strike="noStrike">
                <a:solidFill>
                  <a:srgbClr val="000000"/>
                </a:solidFill>
                <a:effectLst/>
                <a:uFillTx/>
                <a:latin typeface="Arial"/>
              </a:rPr>
              <a:t>Click to edit the title text format</a:t>
            </a:r>
          </a:p>
        </p:txBody>
      </p:sp>
      <p:sp>
        <p:nvSpPr>
          <p:cNvPr id="19" name="PlaceHolder 2"/>
          <p:cNvSpPr>
            <a:spLocks noGrp="1"/>
          </p:cNvSpPr>
          <p:nvPr>
            <p:ph type="body"/>
          </p:nvPr>
        </p:nvSpPr>
        <p:spPr>
          <a:xfrm>
            <a:off x="4264920" y="3351600"/>
            <a:ext cx="35360640" cy="15427440"/>
          </a:xfrm>
          <a:prstGeom prst="rect">
            <a:avLst/>
          </a:prstGeom>
          <a:noFill/>
          <a:ln w="82440" cap="sq">
            <a:solidFill>
              <a:srgbClr val="EAEAEA"/>
            </a:solidFill>
            <a:miter/>
          </a:ln>
        </p:spPr>
        <p:txBody>
          <a:bodyPr lIns="91440" tIns="45720" rIns="91440" bIns="45720" anchor="t">
            <a:normAutofit lnSpcReduction="9999"/>
          </a:bodyPr>
          <a:lstStyle/>
          <a:p>
            <a:pPr marL="432000" indent="-324000">
              <a:spcBef>
                <a:spcPts val="1417"/>
              </a:spcBef>
              <a:buClr>
                <a:srgbClr val="000000"/>
              </a:buClr>
              <a:buSzPct val="45000"/>
              <a:buFont typeface="Wingdings" charset="2"/>
              <a:buChar char=""/>
            </a:pPr>
            <a:r>
              <a:rPr lang="en-US" sz="1536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536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536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536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1536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1536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15360" b="0" u="none" strike="noStrike">
                <a:solidFill>
                  <a:srgbClr val="000000"/>
                </a:solidFill>
                <a:effectLst/>
                <a:uFillTx/>
                <a:latin typeface="Arial"/>
              </a:rPr>
              <a:t>Seventh Outline Level</a:t>
            </a:r>
          </a:p>
        </p:txBody>
      </p:sp>
      <p:sp>
        <p:nvSpPr>
          <p:cNvPr id="20" name="PlaceHolder 3"/>
          <p:cNvSpPr>
            <a:spLocks noGrp="1"/>
          </p:cNvSpPr>
          <p:nvPr>
            <p:ph type="body"/>
          </p:nvPr>
        </p:nvSpPr>
        <p:spPr>
          <a:xfrm>
            <a:off x="3289680" y="24521760"/>
            <a:ext cx="37311840" cy="3275640"/>
          </a:xfrm>
          <a:prstGeom prst="rect">
            <a:avLst/>
          </a:prstGeom>
          <a:noFill/>
          <a:ln w="0">
            <a:noFill/>
          </a:ln>
        </p:spPr>
        <p:txBody>
          <a:bodyPr lIns="91440" tIns="45720" rIns="91440" bIns="45720" anchor="t">
            <a:normAutofit fontScale="40000" lnSpcReduction="19999"/>
          </a:bodyPr>
          <a:lstStyle/>
          <a:p>
            <a:pPr marL="432000" indent="-324000">
              <a:spcBef>
                <a:spcPts val="1417"/>
              </a:spcBef>
              <a:buClr>
                <a:srgbClr val="000000"/>
              </a:buClr>
              <a:buSzPct val="45000"/>
              <a:buFont typeface="Wingdings" charset="2"/>
              <a:buChar char=""/>
            </a:pPr>
            <a:r>
              <a:rPr lang="en-US" sz="768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768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768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768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Seventh Outline Level</a:t>
            </a:r>
          </a:p>
        </p:txBody>
      </p:sp>
      <p:sp>
        <p:nvSpPr>
          <p:cNvPr id="21" name="PlaceHolder 4"/>
          <p:cNvSpPr>
            <a:spLocks noGrp="1"/>
          </p:cNvSpPr>
          <p:nvPr>
            <p:ph type="dt" idx="7"/>
          </p:nvPr>
        </p:nvSpPr>
        <p:spPr>
          <a:xfrm>
            <a:off x="27643320" y="28239840"/>
            <a:ext cx="9875160" cy="17521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&lt;date/time&gt;</a:t>
            </a:r>
          </a:p>
        </p:txBody>
      </p:sp>
      <p:sp>
        <p:nvSpPr>
          <p:cNvPr id="22" name="PlaceHolder 5"/>
          <p:cNvSpPr>
            <a:spLocks noGrp="1"/>
          </p:cNvSpPr>
          <p:nvPr>
            <p:ph type="ftr" idx="8"/>
          </p:nvPr>
        </p:nvSpPr>
        <p:spPr>
          <a:xfrm>
            <a:off x="3289680" y="28239840"/>
            <a:ext cx="24022080" cy="17521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3" name="PlaceHolder 6"/>
          <p:cNvSpPr>
            <a:spLocks noGrp="1"/>
          </p:cNvSpPr>
          <p:nvPr>
            <p:ph type="sldNum" idx="9"/>
          </p:nvPr>
        </p:nvSpPr>
        <p:spPr>
          <a:xfrm>
            <a:off x="37850400" y="28239840"/>
            <a:ext cx="2750760" cy="17521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4800" b="0" u="none" strike="noStrike">
                <a:solidFill>
                  <a:schemeClr val="dk1"/>
                </a:solidFill>
                <a:effectLst/>
                <a:uFillTx/>
                <a:latin typeface="Twentieth Century"/>
                <a:ea typeface="Twentieth Century"/>
              </a:defRPr>
            </a:lvl1pPr>
          </a:lstStyle>
          <a:p>
            <a:pPr indent="0" algn="r">
              <a:lnSpc>
                <a:spcPct val="100000"/>
              </a:lnSpc>
              <a:buNone/>
              <a:tabLst>
                <a:tab pos="0" algn="l"/>
              </a:tabLst>
            </a:pPr>
            <a:fld id="{DD581D2C-704F-481D-81DD-6D65093D5243}" type="slidenum">
              <a:rPr lang="en-US" sz="4800" b="0" u="none" strike="noStrike">
                <a:solidFill>
                  <a:schemeClr val="dk1"/>
                </a:solidFill>
                <a:effectLst/>
                <a:uFillTx/>
                <a:latin typeface="Twentieth Century"/>
                <a:ea typeface="Twentieth Century"/>
              </a:rPr>
              <a:t>‹#›</a:t>
            </a:fld>
            <a:endParaRPr lang="en-US" sz="48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Title and Caption">
    <p:bg>
      <p:bgPr>
        <a:gradFill rotWithShape="0">
          <a:gsLst>
            <a:gs pos="0">
              <a:srgbClr val="FFFFFF"/>
            </a:gs>
            <a:gs pos="100000">
              <a:srgbClr val="B7B7B7"/>
            </a:gs>
          </a:gsLst>
          <a:lin ang="5400000"/>
        </a:gradFill>
        <a:effectLst/>
      </p:bgPr>
    </p:bg>
    <p:spTree>
      <p:nvGrpSpPr>
        <p:cNvPr id="1" name=""/>
        <p:cNvGrpSpPr/>
        <p:nvPr/>
      </p:nvGrpSpPr>
      <p:grpSpPr>
        <a:xfrm>
          <a:off x="0" y="0"/>
          <a:ext cx="0" cy="0"/>
          <a:chOff x="0" y="0"/>
          <a:chExt cx="0" cy="0"/>
        </a:xfrm>
      </p:grpSpPr>
      <p:pic>
        <p:nvPicPr>
          <p:cNvPr id="24" name="Google Shape;6;p2" descr="\\DROBO-FS\QuickDrops\JB\PPTX NG\Droplets\LightingOverlay.png"/>
          <p:cNvPicPr/>
          <p:nvPr/>
        </p:nvPicPr>
        <p:blipFill>
          <a:blip r:embed="rId2"/>
          <a:stretch/>
        </p:blipFill>
        <p:spPr>
          <a:xfrm>
            <a:off x="0" y="0"/>
            <a:ext cx="43890840" cy="32918040"/>
          </a:xfrm>
          <a:prstGeom prst="rect">
            <a:avLst/>
          </a:prstGeom>
          <a:noFill/>
          <a:ln w="0">
            <a:noFill/>
          </a:ln>
        </p:spPr>
      </p:pic>
      <p:pic>
        <p:nvPicPr>
          <p:cNvPr id="25" name="Google Shape;93;p14" descr="Droplets-SD-Content-R1d.png"/>
          <p:cNvPicPr/>
          <p:nvPr/>
        </p:nvPicPr>
        <p:blipFill>
          <a:blip r:embed="rId3"/>
          <a:stretch/>
        </p:blipFill>
        <p:spPr>
          <a:xfrm>
            <a:off x="0" y="0"/>
            <a:ext cx="43890840" cy="32918040"/>
          </a:xfrm>
          <a:prstGeom prst="rect">
            <a:avLst/>
          </a:prstGeom>
          <a:noFill/>
          <a:ln w="0">
            <a:noFill/>
          </a:ln>
        </p:spPr>
      </p:pic>
      <p:sp>
        <p:nvSpPr>
          <p:cNvPr id="26" name="PlaceHolder 1"/>
          <p:cNvSpPr>
            <a:spLocks noGrp="1"/>
          </p:cNvSpPr>
          <p:nvPr>
            <p:ph type="title"/>
          </p:nvPr>
        </p:nvSpPr>
        <p:spPr>
          <a:xfrm>
            <a:off x="3289680" y="2926080"/>
            <a:ext cx="37311840" cy="16450560"/>
          </a:xfrm>
          <a:prstGeom prst="rect">
            <a:avLst/>
          </a:prstGeom>
          <a:noFill/>
          <a:ln w="0">
            <a:noFill/>
          </a:ln>
        </p:spPr>
        <p:txBody>
          <a:bodyPr lIns="91440" tIns="45720" rIns="91440" bIns="45720" anchor="ctr">
            <a:normAutofit/>
          </a:bodyPr>
          <a:lstStyle/>
          <a:p>
            <a:pPr indent="0">
              <a:buNone/>
            </a:pPr>
            <a:r>
              <a:rPr lang="en-US" sz="15360" b="0" u="none" strike="noStrike">
                <a:solidFill>
                  <a:srgbClr val="000000"/>
                </a:solidFill>
                <a:effectLst/>
                <a:uFillTx/>
                <a:latin typeface="Arial"/>
              </a:rPr>
              <a:t>Click to edit the title text format</a:t>
            </a:r>
          </a:p>
        </p:txBody>
      </p:sp>
      <p:sp>
        <p:nvSpPr>
          <p:cNvPr id="27" name="PlaceHolder 2"/>
          <p:cNvSpPr>
            <a:spLocks noGrp="1"/>
          </p:cNvSpPr>
          <p:nvPr>
            <p:ph type="body"/>
          </p:nvPr>
        </p:nvSpPr>
        <p:spPr>
          <a:xfrm>
            <a:off x="3289680" y="20183040"/>
            <a:ext cx="37311840" cy="7614360"/>
          </a:xfrm>
          <a:prstGeom prst="rect">
            <a:avLst/>
          </a:prstGeom>
          <a:noFill/>
          <a:ln w="0">
            <a:noFill/>
          </a:ln>
        </p:spPr>
        <p:txBody>
          <a:bodyPr lIns="91440" tIns="45720" rIns="91440" bIns="45720" anchor="ctr">
            <a:normAutofit fontScale="92500" lnSpcReduction="9999"/>
          </a:bodyPr>
          <a:lstStyle/>
          <a:p>
            <a:pPr marL="432000" indent="-324000">
              <a:spcBef>
                <a:spcPts val="1417"/>
              </a:spcBef>
              <a:buClr>
                <a:srgbClr val="000000"/>
              </a:buClr>
              <a:buSzPct val="45000"/>
              <a:buFont typeface="Wingdings" charset="2"/>
              <a:buChar char=""/>
            </a:pPr>
            <a:r>
              <a:rPr lang="en-US" sz="768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768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768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768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Seventh Outline Level</a:t>
            </a:r>
          </a:p>
        </p:txBody>
      </p:sp>
      <p:sp>
        <p:nvSpPr>
          <p:cNvPr id="28" name="PlaceHolder 3"/>
          <p:cNvSpPr>
            <a:spLocks noGrp="1"/>
          </p:cNvSpPr>
          <p:nvPr>
            <p:ph type="dt" idx="10"/>
          </p:nvPr>
        </p:nvSpPr>
        <p:spPr>
          <a:xfrm>
            <a:off x="27643320" y="28239840"/>
            <a:ext cx="9875160" cy="17521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&lt;date/time&gt;</a:t>
            </a:r>
          </a:p>
        </p:txBody>
      </p:sp>
      <p:sp>
        <p:nvSpPr>
          <p:cNvPr id="29" name="PlaceHolder 4"/>
          <p:cNvSpPr>
            <a:spLocks noGrp="1"/>
          </p:cNvSpPr>
          <p:nvPr>
            <p:ph type="ftr" idx="11"/>
          </p:nvPr>
        </p:nvSpPr>
        <p:spPr>
          <a:xfrm>
            <a:off x="3289680" y="28239840"/>
            <a:ext cx="24022080" cy="17521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0" name="PlaceHolder 5"/>
          <p:cNvSpPr>
            <a:spLocks noGrp="1"/>
          </p:cNvSpPr>
          <p:nvPr>
            <p:ph type="sldNum" idx="12"/>
          </p:nvPr>
        </p:nvSpPr>
        <p:spPr>
          <a:xfrm>
            <a:off x="37850400" y="28239840"/>
            <a:ext cx="2750760" cy="17521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4800" b="0" u="none" strike="noStrike">
                <a:solidFill>
                  <a:schemeClr val="dk1"/>
                </a:solidFill>
                <a:effectLst/>
                <a:uFillTx/>
                <a:latin typeface="Twentieth Century"/>
                <a:ea typeface="Twentieth Century"/>
              </a:defRPr>
            </a:lvl1pPr>
          </a:lstStyle>
          <a:p>
            <a:pPr indent="0" algn="r">
              <a:lnSpc>
                <a:spcPct val="100000"/>
              </a:lnSpc>
              <a:buNone/>
              <a:tabLst>
                <a:tab pos="0" algn="l"/>
              </a:tabLst>
            </a:pPr>
            <a:fld id="{C09824D7-FC15-4B7A-B108-76BDFA4CE15F}" type="slidenum">
              <a:rPr lang="en-US" sz="4800" b="0" u="none" strike="noStrike">
                <a:solidFill>
                  <a:schemeClr val="dk1"/>
                </a:solidFill>
                <a:effectLst/>
                <a:uFillTx/>
                <a:latin typeface="Twentieth Century"/>
                <a:ea typeface="Twentieth Century"/>
              </a:rPr>
              <a:t>‹#›</a:t>
            </a:fld>
            <a:endParaRPr lang="en-US" sz="48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Quote with Caption">
    <p:bg>
      <p:bgPr>
        <a:gradFill rotWithShape="0">
          <a:gsLst>
            <a:gs pos="0">
              <a:srgbClr val="FFFFFF"/>
            </a:gs>
            <a:gs pos="100000">
              <a:srgbClr val="B7B7B7"/>
            </a:gs>
          </a:gsLst>
          <a:lin ang="5400000"/>
        </a:gradFill>
        <a:effectLst/>
      </p:bgPr>
    </p:bg>
    <p:spTree>
      <p:nvGrpSpPr>
        <p:cNvPr id="1" name=""/>
        <p:cNvGrpSpPr/>
        <p:nvPr/>
      </p:nvGrpSpPr>
      <p:grpSpPr>
        <a:xfrm>
          <a:off x="0" y="0"/>
          <a:ext cx="0" cy="0"/>
          <a:chOff x="0" y="0"/>
          <a:chExt cx="0" cy="0"/>
        </a:xfrm>
      </p:grpSpPr>
      <p:pic>
        <p:nvPicPr>
          <p:cNvPr id="31" name="Google Shape;6;p2" descr="\\DROBO-FS\QuickDrops\JB\PPTX NG\Droplets\LightingOverlay.png"/>
          <p:cNvPicPr/>
          <p:nvPr/>
        </p:nvPicPr>
        <p:blipFill>
          <a:blip r:embed="rId2"/>
          <a:stretch/>
        </p:blipFill>
        <p:spPr>
          <a:xfrm>
            <a:off x="0" y="0"/>
            <a:ext cx="43890840" cy="32918040"/>
          </a:xfrm>
          <a:prstGeom prst="rect">
            <a:avLst/>
          </a:prstGeom>
          <a:noFill/>
          <a:ln w="0">
            <a:noFill/>
          </a:ln>
        </p:spPr>
      </p:pic>
      <p:pic>
        <p:nvPicPr>
          <p:cNvPr id="32" name="Google Shape;100;p15" descr="Droplets-SD-Content-R1d.png"/>
          <p:cNvPicPr/>
          <p:nvPr/>
        </p:nvPicPr>
        <p:blipFill>
          <a:blip r:embed="rId3"/>
          <a:stretch/>
        </p:blipFill>
        <p:spPr>
          <a:xfrm>
            <a:off x="0" y="0"/>
            <a:ext cx="43890840" cy="32918040"/>
          </a:xfrm>
          <a:prstGeom prst="rect">
            <a:avLst/>
          </a:prstGeom>
          <a:noFill/>
          <a:ln w="0">
            <a:noFill/>
          </a:ln>
        </p:spPr>
      </p:pic>
      <p:sp>
        <p:nvSpPr>
          <p:cNvPr id="33" name="PlaceHolder 1"/>
          <p:cNvSpPr>
            <a:spLocks noGrp="1"/>
          </p:cNvSpPr>
          <p:nvPr>
            <p:ph type="title"/>
          </p:nvPr>
        </p:nvSpPr>
        <p:spPr>
          <a:xfrm>
            <a:off x="5206320" y="4188600"/>
            <a:ext cx="33489720" cy="13103280"/>
          </a:xfrm>
          <a:prstGeom prst="rect">
            <a:avLst/>
          </a:prstGeom>
          <a:noFill/>
          <a:ln w="0">
            <a:noFill/>
          </a:ln>
        </p:spPr>
        <p:txBody>
          <a:bodyPr lIns="91440" tIns="45720" rIns="91440" bIns="45720" anchor="ctr">
            <a:normAutofit/>
          </a:bodyPr>
          <a:lstStyle/>
          <a:p>
            <a:pPr indent="0">
              <a:buNone/>
            </a:pPr>
            <a:r>
              <a:rPr lang="en-US" sz="15360" b="0" u="none" strike="noStrike">
                <a:solidFill>
                  <a:srgbClr val="000000"/>
                </a:solidFill>
                <a:effectLst/>
                <a:uFillTx/>
                <a:latin typeface="Arial"/>
              </a:rPr>
              <a:t>Click to edit the title text format</a:t>
            </a:r>
          </a:p>
        </p:txBody>
      </p:sp>
      <p:sp>
        <p:nvSpPr>
          <p:cNvPr id="34" name="PlaceHolder 2"/>
          <p:cNvSpPr>
            <a:spLocks noGrp="1"/>
          </p:cNvSpPr>
          <p:nvPr>
            <p:ph type="body"/>
          </p:nvPr>
        </p:nvSpPr>
        <p:spPr>
          <a:xfrm>
            <a:off x="6194160" y="17328240"/>
            <a:ext cx="31507920" cy="2854800"/>
          </a:xfrm>
          <a:prstGeom prst="rect">
            <a:avLst/>
          </a:prstGeom>
          <a:noFill/>
          <a:ln w="0">
            <a:noFill/>
          </a:ln>
        </p:spPr>
        <p:txBody>
          <a:bodyPr lIns="91440" tIns="45720" rIns="91440" bIns="45720" anchor="t">
            <a:normAutofit fontScale="40000" lnSpcReduction="19999"/>
          </a:bodyPr>
          <a:lstStyle/>
          <a:p>
            <a:pPr marL="432000" indent="-324000">
              <a:spcBef>
                <a:spcPts val="1417"/>
              </a:spcBef>
              <a:buClr>
                <a:srgbClr val="000000"/>
              </a:buClr>
              <a:buSzPct val="45000"/>
              <a:buFont typeface="Wingdings" charset="2"/>
              <a:buChar char=""/>
            </a:pPr>
            <a:r>
              <a:rPr lang="en-US" sz="6719"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6719"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6719"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6719"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6719"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6719"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6719" b="0" u="none" strike="noStrike">
                <a:solidFill>
                  <a:srgbClr val="000000"/>
                </a:solidFill>
                <a:effectLst/>
                <a:uFillTx/>
                <a:latin typeface="Arial"/>
              </a:rPr>
              <a:t>Seventh Outline Level</a:t>
            </a:r>
          </a:p>
        </p:txBody>
      </p:sp>
      <p:sp>
        <p:nvSpPr>
          <p:cNvPr id="35" name="PlaceHolder 3"/>
          <p:cNvSpPr>
            <a:spLocks noGrp="1"/>
          </p:cNvSpPr>
          <p:nvPr>
            <p:ph type="body"/>
          </p:nvPr>
        </p:nvSpPr>
        <p:spPr>
          <a:xfrm>
            <a:off x="3289680" y="20989440"/>
            <a:ext cx="37311840" cy="6820560"/>
          </a:xfrm>
          <a:prstGeom prst="rect">
            <a:avLst/>
          </a:prstGeom>
          <a:noFill/>
          <a:ln w="0">
            <a:noFill/>
          </a:ln>
        </p:spPr>
        <p:txBody>
          <a:bodyPr lIns="91440" tIns="45720" rIns="91440" bIns="45720" anchor="ctr">
            <a:normAutofit fontScale="85000" lnSpcReduction="9999"/>
          </a:bodyPr>
          <a:lstStyle/>
          <a:p>
            <a:pPr marL="432000" indent="-324000">
              <a:spcBef>
                <a:spcPts val="1417"/>
              </a:spcBef>
              <a:buClr>
                <a:srgbClr val="000000"/>
              </a:buClr>
              <a:buSzPct val="45000"/>
              <a:buFont typeface="Wingdings" charset="2"/>
              <a:buChar char=""/>
            </a:pPr>
            <a:r>
              <a:rPr lang="en-US" sz="768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768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768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768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Seventh Outline Level</a:t>
            </a:r>
          </a:p>
        </p:txBody>
      </p:sp>
      <p:sp>
        <p:nvSpPr>
          <p:cNvPr id="36" name="PlaceHolder 4"/>
          <p:cNvSpPr>
            <a:spLocks noGrp="1"/>
          </p:cNvSpPr>
          <p:nvPr>
            <p:ph type="dt" idx="13"/>
          </p:nvPr>
        </p:nvSpPr>
        <p:spPr>
          <a:xfrm>
            <a:off x="27643320" y="28239840"/>
            <a:ext cx="9875160" cy="17521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&lt;date/time&gt;</a:t>
            </a:r>
          </a:p>
        </p:txBody>
      </p:sp>
      <p:sp>
        <p:nvSpPr>
          <p:cNvPr id="37" name="PlaceHolder 5"/>
          <p:cNvSpPr>
            <a:spLocks noGrp="1"/>
          </p:cNvSpPr>
          <p:nvPr>
            <p:ph type="ftr" idx="14"/>
          </p:nvPr>
        </p:nvSpPr>
        <p:spPr>
          <a:xfrm>
            <a:off x="3289680" y="28239840"/>
            <a:ext cx="24022080" cy="17521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8" name="PlaceHolder 6"/>
          <p:cNvSpPr>
            <a:spLocks noGrp="1"/>
          </p:cNvSpPr>
          <p:nvPr>
            <p:ph type="sldNum" idx="15"/>
          </p:nvPr>
        </p:nvSpPr>
        <p:spPr>
          <a:xfrm>
            <a:off x="37850400" y="28239840"/>
            <a:ext cx="2750760" cy="17521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4800" b="0" u="none" strike="noStrike">
                <a:solidFill>
                  <a:schemeClr val="dk1"/>
                </a:solidFill>
                <a:effectLst/>
                <a:uFillTx/>
                <a:latin typeface="Twentieth Century"/>
                <a:ea typeface="Twentieth Century"/>
              </a:defRPr>
            </a:lvl1pPr>
          </a:lstStyle>
          <a:p>
            <a:pPr indent="0" algn="r">
              <a:lnSpc>
                <a:spcPct val="100000"/>
              </a:lnSpc>
              <a:buNone/>
              <a:tabLst>
                <a:tab pos="0" algn="l"/>
              </a:tabLst>
            </a:pPr>
            <a:fld id="{06697592-201C-40FC-A3E1-A735C58AB122}" type="slidenum">
              <a:rPr lang="en-US" sz="4800" b="0" u="none" strike="noStrike">
                <a:solidFill>
                  <a:schemeClr val="dk1"/>
                </a:solidFill>
                <a:effectLst/>
                <a:uFillTx/>
                <a:latin typeface="Twentieth Century"/>
                <a:ea typeface="Twentieth Century"/>
              </a:rPr>
              <a:t>‹#›</a:t>
            </a:fld>
            <a:endParaRPr lang="en-US" sz="4800" b="0" u="none" strike="noStrike">
              <a:solidFill>
                <a:srgbClr val="000000"/>
              </a:solidFill>
              <a:effectLst/>
              <a:uFillTx/>
              <a:latin typeface="Times New Roman"/>
            </a:endParaRPr>
          </a:p>
        </p:txBody>
      </p:sp>
      <p:sp>
        <p:nvSpPr>
          <p:cNvPr id="39" name="Google Shape;107;p15"/>
          <p:cNvSpPr/>
          <p:nvPr/>
        </p:nvSpPr>
        <p:spPr>
          <a:xfrm>
            <a:off x="3540600" y="4261680"/>
            <a:ext cx="2624760" cy="2806560"/>
          </a:xfrm>
          <a:prstGeom prst="rect">
            <a:avLst/>
          </a:prstGeom>
          <a:noFill/>
          <a:ln w="0">
            <a:noFill/>
          </a:ln>
        </p:spPr>
        <p:style>
          <a:lnRef idx="0">
            <a:scrgbClr r="0" g="0" b="0"/>
          </a:lnRef>
          <a:fillRef idx="0">
            <a:scrgbClr r="0" g="0" b="0"/>
          </a:fillRef>
          <a:effectRef idx="0">
            <a:scrgbClr r="0" g="0" b="0"/>
          </a:effectRef>
          <a:fontRef idx="minor"/>
        </p:style>
        <p:txBody>
          <a:bodyPr lIns="438840" tIns="219600" rIns="438840" bIns="219600" anchor="ctr">
            <a:noAutofit/>
          </a:bodyPr>
          <a:lstStyle/>
          <a:p>
            <a:pPr>
              <a:lnSpc>
                <a:spcPct val="100000"/>
              </a:lnSpc>
              <a:tabLst>
                <a:tab pos="0" algn="l"/>
              </a:tabLst>
            </a:pPr>
            <a:r>
              <a:rPr lang="en-US" sz="38400" b="0" u="none" strike="noStrike">
                <a:solidFill>
                  <a:schemeClr val="dk1"/>
                </a:solidFill>
                <a:effectLst/>
                <a:uFillTx/>
                <a:latin typeface="Twentieth Century"/>
                <a:ea typeface="Twentieth Century"/>
              </a:rPr>
              <a:t>“</a:t>
            </a:r>
            <a:endParaRPr lang="en-US" sz="38400" b="0" u="none" strike="noStrike">
              <a:solidFill>
                <a:srgbClr val="000000"/>
              </a:solidFill>
              <a:effectLst/>
              <a:uFillTx/>
              <a:latin typeface="Arial"/>
            </a:endParaRPr>
          </a:p>
        </p:txBody>
      </p:sp>
      <p:sp>
        <p:nvSpPr>
          <p:cNvPr id="40" name="Google Shape;108;p15"/>
          <p:cNvSpPr/>
          <p:nvPr/>
        </p:nvSpPr>
        <p:spPr>
          <a:xfrm>
            <a:off x="37680480" y="14976000"/>
            <a:ext cx="2657160" cy="2806560"/>
          </a:xfrm>
          <a:prstGeom prst="rect">
            <a:avLst/>
          </a:prstGeom>
          <a:noFill/>
          <a:ln w="0">
            <a:noFill/>
          </a:ln>
        </p:spPr>
        <p:style>
          <a:lnRef idx="0">
            <a:scrgbClr r="0" g="0" b="0"/>
          </a:lnRef>
          <a:fillRef idx="0">
            <a:scrgbClr r="0" g="0" b="0"/>
          </a:fillRef>
          <a:effectRef idx="0">
            <a:scrgbClr r="0" g="0" b="0"/>
          </a:effectRef>
          <a:fontRef idx="minor"/>
        </p:style>
        <p:txBody>
          <a:bodyPr lIns="438840" tIns="219600" rIns="438840" bIns="219600" anchor="ctr">
            <a:noAutofit/>
          </a:bodyPr>
          <a:lstStyle/>
          <a:p>
            <a:pPr algn="r">
              <a:lnSpc>
                <a:spcPct val="100000"/>
              </a:lnSpc>
              <a:tabLst>
                <a:tab pos="0" algn="l"/>
              </a:tabLst>
            </a:pPr>
            <a:r>
              <a:rPr lang="en-US" sz="38400" b="0" u="none" strike="noStrike">
                <a:solidFill>
                  <a:schemeClr val="dk1"/>
                </a:solidFill>
                <a:effectLst/>
                <a:uFillTx/>
                <a:latin typeface="Twentieth Century"/>
                <a:ea typeface="Twentieth Century"/>
              </a:rPr>
              <a:t>”</a:t>
            </a:r>
            <a:endParaRPr lang="en-US" sz="38400" b="0" u="none" strike="noStrike">
              <a:solidFill>
                <a:srgbClr val="000000"/>
              </a:solidFill>
              <a:effectLst/>
              <a:uFillTx/>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ame Card">
    <p:bg>
      <p:bgPr>
        <a:gradFill rotWithShape="0">
          <a:gsLst>
            <a:gs pos="0">
              <a:srgbClr val="FFFFFF"/>
            </a:gs>
            <a:gs pos="100000">
              <a:srgbClr val="B7B7B7"/>
            </a:gs>
          </a:gsLst>
          <a:lin ang="5400000"/>
        </a:gradFill>
        <a:effectLst/>
      </p:bgPr>
    </p:bg>
    <p:spTree>
      <p:nvGrpSpPr>
        <p:cNvPr id="1" name=""/>
        <p:cNvGrpSpPr/>
        <p:nvPr/>
      </p:nvGrpSpPr>
      <p:grpSpPr>
        <a:xfrm>
          <a:off x="0" y="0"/>
          <a:ext cx="0" cy="0"/>
          <a:chOff x="0" y="0"/>
          <a:chExt cx="0" cy="0"/>
        </a:xfrm>
      </p:grpSpPr>
      <p:pic>
        <p:nvPicPr>
          <p:cNvPr id="41" name="Google Shape;6;p2" descr="\\DROBO-FS\QuickDrops\JB\PPTX NG\Droplets\LightingOverlay.png"/>
          <p:cNvPicPr/>
          <p:nvPr/>
        </p:nvPicPr>
        <p:blipFill>
          <a:blip r:embed="rId2"/>
          <a:stretch/>
        </p:blipFill>
        <p:spPr>
          <a:xfrm>
            <a:off x="0" y="0"/>
            <a:ext cx="43890840" cy="32918040"/>
          </a:xfrm>
          <a:prstGeom prst="rect">
            <a:avLst/>
          </a:prstGeom>
          <a:noFill/>
          <a:ln w="0">
            <a:noFill/>
          </a:ln>
        </p:spPr>
      </p:pic>
      <p:pic>
        <p:nvPicPr>
          <p:cNvPr id="42" name="Google Shape;110;p16" descr="Droplets-SD-Content-R1d.png"/>
          <p:cNvPicPr/>
          <p:nvPr/>
        </p:nvPicPr>
        <p:blipFill>
          <a:blip r:embed="rId3"/>
          <a:stretch/>
        </p:blipFill>
        <p:spPr>
          <a:xfrm>
            <a:off x="0" y="0"/>
            <a:ext cx="43890840" cy="32918040"/>
          </a:xfrm>
          <a:prstGeom prst="rect">
            <a:avLst/>
          </a:prstGeom>
          <a:noFill/>
          <a:ln w="0">
            <a:noFill/>
          </a:ln>
        </p:spPr>
      </p:pic>
      <p:sp>
        <p:nvSpPr>
          <p:cNvPr id="43" name="PlaceHolder 1"/>
          <p:cNvSpPr>
            <a:spLocks noGrp="1"/>
          </p:cNvSpPr>
          <p:nvPr>
            <p:ph type="title"/>
          </p:nvPr>
        </p:nvSpPr>
        <p:spPr>
          <a:xfrm>
            <a:off x="3289680" y="10265760"/>
            <a:ext cx="37311840" cy="12056400"/>
          </a:xfrm>
          <a:prstGeom prst="rect">
            <a:avLst/>
          </a:prstGeom>
          <a:noFill/>
          <a:ln w="0">
            <a:noFill/>
          </a:ln>
        </p:spPr>
        <p:txBody>
          <a:bodyPr lIns="91440" tIns="45720" rIns="91440" bIns="45720" anchor="b">
            <a:normAutofit/>
          </a:bodyPr>
          <a:lstStyle/>
          <a:p>
            <a:pPr indent="0">
              <a:buNone/>
            </a:pPr>
            <a:r>
              <a:rPr lang="en-US" sz="15360" b="0" u="none" strike="noStrike">
                <a:solidFill>
                  <a:srgbClr val="000000"/>
                </a:solidFill>
                <a:effectLst/>
                <a:uFillTx/>
                <a:latin typeface="Arial"/>
              </a:rPr>
              <a:t>Click to edit the title text format</a:t>
            </a:r>
          </a:p>
        </p:txBody>
      </p:sp>
      <p:sp>
        <p:nvSpPr>
          <p:cNvPr id="44" name="PlaceHolder 2"/>
          <p:cNvSpPr>
            <a:spLocks noGrp="1"/>
          </p:cNvSpPr>
          <p:nvPr>
            <p:ph type="body"/>
          </p:nvPr>
        </p:nvSpPr>
        <p:spPr>
          <a:xfrm>
            <a:off x="3289680" y="22379040"/>
            <a:ext cx="37311840" cy="5474880"/>
          </a:xfrm>
          <a:prstGeom prst="rect">
            <a:avLst/>
          </a:prstGeom>
          <a:noFill/>
          <a:ln w="0">
            <a:noFill/>
          </a:ln>
        </p:spPr>
        <p:txBody>
          <a:bodyPr lIns="91440" tIns="45720" rIns="91440" bIns="45720" anchor="t">
            <a:normAutofit fontScale="70000" lnSpcReduction="19999"/>
          </a:bodyPr>
          <a:lstStyle/>
          <a:p>
            <a:pPr marL="432000" indent="-324000">
              <a:spcBef>
                <a:spcPts val="1417"/>
              </a:spcBef>
              <a:buClr>
                <a:srgbClr val="000000"/>
              </a:buClr>
              <a:buSzPct val="45000"/>
              <a:buFont typeface="Wingdings" charset="2"/>
              <a:buChar char=""/>
            </a:pPr>
            <a:r>
              <a:rPr lang="en-US" sz="768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768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768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768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Seventh Outline Level</a:t>
            </a:r>
          </a:p>
        </p:txBody>
      </p:sp>
      <p:sp>
        <p:nvSpPr>
          <p:cNvPr id="45" name="PlaceHolder 3"/>
          <p:cNvSpPr>
            <a:spLocks noGrp="1"/>
          </p:cNvSpPr>
          <p:nvPr>
            <p:ph type="dt" idx="16"/>
          </p:nvPr>
        </p:nvSpPr>
        <p:spPr>
          <a:xfrm>
            <a:off x="27643320" y="28239840"/>
            <a:ext cx="9875160" cy="17521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&lt;date/time&gt;</a:t>
            </a:r>
          </a:p>
        </p:txBody>
      </p:sp>
      <p:sp>
        <p:nvSpPr>
          <p:cNvPr id="46" name="PlaceHolder 4"/>
          <p:cNvSpPr>
            <a:spLocks noGrp="1"/>
          </p:cNvSpPr>
          <p:nvPr>
            <p:ph type="ftr" idx="17"/>
          </p:nvPr>
        </p:nvSpPr>
        <p:spPr>
          <a:xfrm>
            <a:off x="3289680" y="28239840"/>
            <a:ext cx="24022080" cy="17521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7" name="PlaceHolder 5"/>
          <p:cNvSpPr>
            <a:spLocks noGrp="1"/>
          </p:cNvSpPr>
          <p:nvPr>
            <p:ph type="sldNum" idx="18"/>
          </p:nvPr>
        </p:nvSpPr>
        <p:spPr>
          <a:xfrm>
            <a:off x="37850400" y="28239840"/>
            <a:ext cx="2750760" cy="17521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4800" b="0" u="none" strike="noStrike">
                <a:solidFill>
                  <a:schemeClr val="dk1"/>
                </a:solidFill>
                <a:effectLst/>
                <a:uFillTx/>
                <a:latin typeface="Twentieth Century"/>
                <a:ea typeface="Twentieth Century"/>
              </a:defRPr>
            </a:lvl1pPr>
          </a:lstStyle>
          <a:p>
            <a:pPr indent="0" algn="r">
              <a:lnSpc>
                <a:spcPct val="100000"/>
              </a:lnSpc>
              <a:buNone/>
              <a:tabLst>
                <a:tab pos="0" algn="l"/>
              </a:tabLst>
            </a:pPr>
            <a:fld id="{5D55732A-1069-427A-9390-AAAF84C1CE4B}" type="slidenum">
              <a:rPr lang="en-US" sz="4800" b="0" u="none" strike="noStrike">
                <a:solidFill>
                  <a:schemeClr val="dk1"/>
                </a:solidFill>
                <a:effectLst/>
                <a:uFillTx/>
                <a:latin typeface="Twentieth Century"/>
                <a:ea typeface="Twentieth Century"/>
              </a:rPr>
              <a:t>‹#›</a:t>
            </a:fld>
            <a:endParaRPr lang="en-US" sz="48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3 Column">
    <p:bg>
      <p:bgPr>
        <a:gradFill rotWithShape="0">
          <a:gsLst>
            <a:gs pos="0">
              <a:srgbClr val="FFFFFF"/>
            </a:gs>
            <a:gs pos="100000">
              <a:srgbClr val="B7B7B7"/>
            </a:gs>
          </a:gsLst>
          <a:lin ang="5400000"/>
        </a:gradFill>
        <a:effectLst/>
      </p:bgPr>
    </p:bg>
    <p:spTree>
      <p:nvGrpSpPr>
        <p:cNvPr id="1" name=""/>
        <p:cNvGrpSpPr/>
        <p:nvPr/>
      </p:nvGrpSpPr>
      <p:grpSpPr>
        <a:xfrm>
          <a:off x="0" y="0"/>
          <a:ext cx="0" cy="0"/>
          <a:chOff x="0" y="0"/>
          <a:chExt cx="0" cy="0"/>
        </a:xfrm>
      </p:grpSpPr>
      <p:pic>
        <p:nvPicPr>
          <p:cNvPr id="48" name="Google Shape;6;p2" descr="\\DROBO-FS\QuickDrops\JB\PPTX NG\Droplets\LightingOverlay.png"/>
          <p:cNvPicPr/>
          <p:nvPr/>
        </p:nvPicPr>
        <p:blipFill>
          <a:blip r:embed="rId2"/>
          <a:stretch/>
        </p:blipFill>
        <p:spPr>
          <a:xfrm>
            <a:off x="0" y="0"/>
            <a:ext cx="43890840" cy="32918040"/>
          </a:xfrm>
          <a:prstGeom prst="rect">
            <a:avLst/>
          </a:prstGeom>
          <a:noFill/>
          <a:ln w="0">
            <a:noFill/>
          </a:ln>
        </p:spPr>
      </p:pic>
      <p:pic>
        <p:nvPicPr>
          <p:cNvPr id="49" name="Google Shape;117;p17" descr="Droplets-SD-Content-R1d.png"/>
          <p:cNvPicPr/>
          <p:nvPr/>
        </p:nvPicPr>
        <p:blipFill>
          <a:blip r:embed="rId3"/>
          <a:stretch/>
        </p:blipFill>
        <p:spPr>
          <a:xfrm>
            <a:off x="0" y="0"/>
            <a:ext cx="43890840" cy="32918040"/>
          </a:xfrm>
          <a:prstGeom prst="rect">
            <a:avLst/>
          </a:prstGeom>
          <a:noFill/>
          <a:ln w="0">
            <a:noFill/>
          </a:ln>
        </p:spPr>
      </p:pic>
      <p:sp>
        <p:nvSpPr>
          <p:cNvPr id="50" name="PlaceHolder 1"/>
          <p:cNvSpPr>
            <a:spLocks noGrp="1"/>
          </p:cNvSpPr>
          <p:nvPr>
            <p:ph type="title"/>
          </p:nvPr>
        </p:nvSpPr>
        <p:spPr>
          <a:xfrm>
            <a:off x="3289680" y="2926080"/>
            <a:ext cx="37311840" cy="7704000"/>
          </a:xfrm>
          <a:prstGeom prst="rect">
            <a:avLst/>
          </a:prstGeom>
          <a:noFill/>
          <a:ln w="0">
            <a:noFill/>
          </a:ln>
        </p:spPr>
        <p:txBody>
          <a:bodyPr lIns="91440" tIns="45720" rIns="91440" bIns="45720" anchor="ctr">
            <a:normAutofit/>
          </a:bodyPr>
          <a:lstStyle/>
          <a:p>
            <a:pPr indent="0">
              <a:buNone/>
            </a:pPr>
            <a:r>
              <a:rPr lang="en-US" sz="17280" b="0" u="none" strike="noStrike">
                <a:solidFill>
                  <a:srgbClr val="000000"/>
                </a:solidFill>
                <a:effectLst/>
                <a:uFillTx/>
                <a:latin typeface="Arial"/>
              </a:rPr>
              <a:t>Click to edit the title text format</a:t>
            </a:r>
          </a:p>
        </p:txBody>
      </p:sp>
      <p:sp>
        <p:nvSpPr>
          <p:cNvPr id="51" name="PlaceHolder 2"/>
          <p:cNvSpPr>
            <a:spLocks noGrp="1"/>
          </p:cNvSpPr>
          <p:nvPr>
            <p:ph type="body"/>
          </p:nvPr>
        </p:nvSpPr>
        <p:spPr>
          <a:xfrm>
            <a:off x="3289680" y="11361960"/>
            <a:ext cx="11876040" cy="2765520"/>
          </a:xfrm>
          <a:prstGeom prst="rect">
            <a:avLst/>
          </a:prstGeom>
          <a:noFill/>
          <a:ln w="0">
            <a:noFill/>
          </a:ln>
        </p:spPr>
        <p:txBody>
          <a:bodyPr lIns="91440" tIns="45720" rIns="91440" bIns="45720" anchor="b">
            <a:noAutofit/>
          </a:bodyPr>
          <a:lstStyle/>
          <a:p>
            <a:pPr marL="432000" indent="-324000">
              <a:spcBef>
                <a:spcPts val="1417"/>
              </a:spcBef>
              <a:buClr>
                <a:srgbClr val="000000"/>
              </a:buClr>
              <a:buSzPct val="45000"/>
              <a:buFont typeface="Wingdings" charset="2"/>
              <a:buChar char=""/>
            </a:pPr>
            <a:r>
              <a:rPr lang="en-US" sz="1152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152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152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152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1152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1152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11520" b="0" u="none" strike="noStrike">
                <a:solidFill>
                  <a:srgbClr val="000000"/>
                </a:solidFill>
                <a:effectLst/>
                <a:uFillTx/>
                <a:latin typeface="Arial"/>
              </a:rPr>
              <a:t>Seventh Outline Level</a:t>
            </a:r>
          </a:p>
        </p:txBody>
      </p:sp>
      <p:sp>
        <p:nvSpPr>
          <p:cNvPr id="52" name="PlaceHolder 3"/>
          <p:cNvSpPr>
            <a:spLocks noGrp="1"/>
          </p:cNvSpPr>
          <p:nvPr>
            <p:ph type="body"/>
          </p:nvPr>
        </p:nvSpPr>
        <p:spPr>
          <a:xfrm>
            <a:off x="3289680" y="14128200"/>
            <a:ext cx="11876040" cy="13669200"/>
          </a:xfrm>
          <a:prstGeom prst="rect">
            <a:avLst/>
          </a:prstGeom>
          <a:noFill/>
          <a:ln w="0">
            <a:noFill/>
          </a:ln>
        </p:spPr>
        <p:txBody>
          <a:bodyPr lIns="91440" tIns="45720" rIns="91440" bIns="45720" anchor="t">
            <a:normAutofit/>
          </a:bodyPr>
          <a:lstStyle/>
          <a:p>
            <a:pPr marL="432000" indent="-324000">
              <a:spcBef>
                <a:spcPts val="1417"/>
              </a:spcBef>
              <a:buClr>
                <a:srgbClr val="000000"/>
              </a:buClr>
              <a:buSzPct val="45000"/>
              <a:buFont typeface="Wingdings" charset="2"/>
              <a:buChar char=""/>
            </a:pPr>
            <a:r>
              <a:rPr lang="en-US" sz="6719"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6719"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6719"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6719"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6719"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6719"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6719" b="0" u="none" strike="noStrike">
                <a:solidFill>
                  <a:srgbClr val="000000"/>
                </a:solidFill>
                <a:effectLst/>
                <a:uFillTx/>
                <a:latin typeface="Arial"/>
              </a:rPr>
              <a:t>Seventh Outline Level</a:t>
            </a:r>
          </a:p>
        </p:txBody>
      </p:sp>
      <p:sp>
        <p:nvSpPr>
          <p:cNvPr id="53" name="PlaceHolder 4"/>
          <p:cNvSpPr>
            <a:spLocks noGrp="1"/>
          </p:cNvSpPr>
          <p:nvPr>
            <p:ph type="body"/>
          </p:nvPr>
        </p:nvSpPr>
        <p:spPr>
          <a:xfrm>
            <a:off x="16028640" y="11361960"/>
            <a:ext cx="11849040" cy="2765520"/>
          </a:xfrm>
          <a:prstGeom prst="rect">
            <a:avLst/>
          </a:prstGeom>
          <a:noFill/>
          <a:ln w="0">
            <a:noFill/>
          </a:ln>
        </p:spPr>
        <p:txBody>
          <a:bodyPr lIns="91440" tIns="45720" rIns="91440" bIns="45720" anchor="b">
            <a:noAutofit/>
          </a:bodyPr>
          <a:lstStyle/>
          <a:p>
            <a:pPr marL="432000" indent="-324000">
              <a:spcBef>
                <a:spcPts val="1417"/>
              </a:spcBef>
              <a:buClr>
                <a:srgbClr val="000000"/>
              </a:buClr>
              <a:buSzPct val="45000"/>
              <a:buFont typeface="Wingdings" charset="2"/>
              <a:buChar char=""/>
            </a:pPr>
            <a:r>
              <a:rPr lang="en-US" sz="1152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152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152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152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1152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1152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11520" b="0" u="none" strike="noStrike">
                <a:solidFill>
                  <a:srgbClr val="000000"/>
                </a:solidFill>
                <a:effectLst/>
                <a:uFillTx/>
                <a:latin typeface="Arial"/>
              </a:rPr>
              <a:t>Seventh Outline Level</a:t>
            </a:r>
          </a:p>
        </p:txBody>
      </p:sp>
      <p:sp>
        <p:nvSpPr>
          <p:cNvPr id="54" name="PlaceHolder 5"/>
          <p:cNvSpPr>
            <a:spLocks noGrp="1"/>
          </p:cNvSpPr>
          <p:nvPr>
            <p:ph type="body"/>
          </p:nvPr>
        </p:nvSpPr>
        <p:spPr>
          <a:xfrm>
            <a:off x="15988680" y="14128200"/>
            <a:ext cx="11891880" cy="13669200"/>
          </a:xfrm>
          <a:prstGeom prst="rect">
            <a:avLst/>
          </a:prstGeom>
          <a:noFill/>
          <a:ln w="0">
            <a:noFill/>
          </a:ln>
        </p:spPr>
        <p:txBody>
          <a:bodyPr lIns="91440" tIns="45720" rIns="91440" bIns="45720" anchor="t">
            <a:normAutofit/>
          </a:bodyPr>
          <a:lstStyle/>
          <a:p>
            <a:pPr marL="432000" indent="-324000">
              <a:spcBef>
                <a:spcPts val="1417"/>
              </a:spcBef>
              <a:buClr>
                <a:srgbClr val="000000"/>
              </a:buClr>
              <a:buSzPct val="45000"/>
              <a:buFont typeface="Wingdings" charset="2"/>
              <a:buChar char=""/>
            </a:pPr>
            <a:r>
              <a:rPr lang="en-US" sz="6719"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6719"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6719"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6719"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6719"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6719"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6719" b="0" u="none" strike="noStrike">
                <a:solidFill>
                  <a:srgbClr val="000000"/>
                </a:solidFill>
                <a:effectLst/>
                <a:uFillTx/>
                <a:latin typeface="Arial"/>
              </a:rPr>
              <a:t>Seventh Outline Level</a:t>
            </a:r>
          </a:p>
        </p:txBody>
      </p:sp>
      <p:sp>
        <p:nvSpPr>
          <p:cNvPr id="55" name="PlaceHolder 6"/>
          <p:cNvSpPr>
            <a:spLocks noGrp="1"/>
          </p:cNvSpPr>
          <p:nvPr>
            <p:ph type="body"/>
          </p:nvPr>
        </p:nvSpPr>
        <p:spPr>
          <a:xfrm>
            <a:off x="28703880" y="11361960"/>
            <a:ext cx="11897280" cy="2765520"/>
          </a:xfrm>
          <a:prstGeom prst="rect">
            <a:avLst/>
          </a:prstGeom>
          <a:noFill/>
          <a:ln w="0">
            <a:noFill/>
          </a:ln>
        </p:spPr>
        <p:txBody>
          <a:bodyPr lIns="91440" tIns="45720" rIns="91440" bIns="45720" anchor="b">
            <a:noAutofit/>
          </a:bodyPr>
          <a:lstStyle/>
          <a:p>
            <a:pPr marL="432000" indent="-324000">
              <a:spcBef>
                <a:spcPts val="1417"/>
              </a:spcBef>
              <a:buClr>
                <a:srgbClr val="000000"/>
              </a:buClr>
              <a:buSzPct val="45000"/>
              <a:buFont typeface="Wingdings" charset="2"/>
              <a:buChar char=""/>
            </a:pPr>
            <a:r>
              <a:rPr lang="en-US" sz="1152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152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152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152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1152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1152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11520" b="0" u="none" strike="noStrike">
                <a:solidFill>
                  <a:srgbClr val="000000"/>
                </a:solidFill>
                <a:effectLst/>
                <a:uFillTx/>
                <a:latin typeface="Arial"/>
              </a:rPr>
              <a:t>Seventh Outline Level</a:t>
            </a:r>
          </a:p>
        </p:txBody>
      </p:sp>
      <p:sp>
        <p:nvSpPr>
          <p:cNvPr id="56" name="PlaceHolder 7"/>
          <p:cNvSpPr>
            <a:spLocks noGrp="1"/>
          </p:cNvSpPr>
          <p:nvPr>
            <p:ph type="body"/>
          </p:nvPr>
        </p:nvSpPr>
        <p:spPr>
          <a:xfrm>
            <a:off x="28703880" y="14128200"/>
            <a:ext cx="11897280" cy="13669200"/>
          </a:xfrm>
          <a:prstGeom prst="rect">
            <a:avLst/>
          </a:prstGeom>
          <a:noFill/>
          <a:ln w="0">
            <a:noFill/>
          </a:ln>
        </p:spPr>
        <p:txBody>
          <a:bodyPr lIns="91440" tIns="45720" rIns="91440" bIns="45720" anchor="t">
            <a:normAutofit/>
          </a:bodyPr>
          <a:lstStyle/>
          <a:p>
            <a:pPr marL="432000" indent="-324000">
              <a:spcBef>
                <a:spcPts val="1417"/>
              </a:spcBef>
              <a:buClr>
                <a:srgbClr val="000000"/>
              </a:buClr>
              <a:buSzPct val="45000"/>
              <a:buFont typeface="Wingdings" charset="2"/>
              <a:buChar char=""/>
            </a:pPr>
            <a:r>
              <a:rPr lang="en-US" sz="6719"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6719"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6719"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6719"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6719"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6719"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6719" b="0" u="none" strike="noStrike">
                <a:solidFill>
                  <a:srgbClr val="000000"/>
                </a:solidFill>
                <a:effectLst/>
                <a:uFillTx/>
                <a:latin typeface="Arial"/>
              </a:rPr>
              <a:t>Seventh Outline Level</a:t>
            </a:r>
          </a:p>
        </p:txBody>
      </p:sp>
      <p:sp>
        <p:nvSpPr>
          <p:cNvPr id="57" name="PlaceHolder 8"/>
          <p:cNvSpPr>
            <a:spLocks noGrp="1"/>
          </p:cNvSpPr>
          <p:nvPr>
            <p:ph type="dt" idx="19"/>
          </p:nvPr>
        </p:nvSpPr>
        <p:spPr>
          <a:xfrm>
            <a:off x="27643320" y="28239840"/>
            <a:ext cx="9875160" cy="17521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&lt;date/time&gt;</a:t>
            </a:r>
          </a:p>
        </p:txBody>
      </p:sp>
      <p:sp>
        <p:nvSpPr>
          <p:cNvPr id="58" name="PlaceHolder 9"/>
          <p:cNvSpPr>
            <a:spLocks noGrp="1"/>
          </p:cNvSpPr>
          <p:nvPr>
            <p:ph type="ftr" idx="20"/>
          </p:nvPr>
        </p:nvSpPr>
        <p:spPr>
          <a:xfrm>
            <a:off x="3289680" y="28239840"/>
            <a:ext cx="24022080" cy="17521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9" name="PlaceHolder 10"/>
          <p:cNvSpPr>
            <a:spLocks noGrp="1"/>
          </p:cNvSpPr>
          <p:nvPr>
            <p:ph type="sldNum" idx="21"/>
          </p:nvPr>
        </p:nvSpPr>
        <p:spPr>
          <a:xfrm>
            <a:off x="37850400" y="28239840"/>
            <a:ext cx="2750760" cy="17521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4800" b="0" u="none" strike="noStrike">
                <a:solidFill>
                  <a:schemeClr val="dk1"/>
                </a:solidFill>
                <a:effectLst/>
                <a:uFillTx/>
                <a:latin typeface="Twentieth Century"/>
                <a:ea typeface="Twentieth Century"/>
              </a:defRPr>
            </a:lvl1pPr>
          </a:lstStyle>
          <a:p>
            <a:pPr indent="0" algn="r">
              <a:lnSpc>
                <a:spcPct val="100000"/>
              </a:lnSpc>
              <a:buNone/>
              <a:tabLst>
                <a:tab pos="0" algn="l"/>
              </a:tabLst>
            </a:pPr>
            <a:fld id="{9D853FC2-EA78-442E-8328-5A6E4286EEDF}" type="slidenum">
              <a:rPr lang="en-US" sz="4800" b="0" u="none" strike="noStrike">
                <a:solidFill>
                  <a:schemeClr val="dk1"/>
                </a:solidFill>
                <a:effectLst/>
                <a:uFillTx/>
                <a:latin typeface="Twentieth Century"/>
                <a:ea typeface="Twentieth Century"/>
              </a:rPr>
              <a:t>‹#›</a:t>
            </a:fld>
            <a:endParaRPr lang="en-US" sz="48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3 Picture Column">
    <p:bg>
      <p:bgPr>
        <a:gradFill rotWithShape="0">
          <a:gsLst>
            <a:gs pos="0">
              <a:srgbClr val="FFFFFF"/>
            </a:gs>
            <a:gs pos="100000">
              <a:srgbClr val="B7B7B7"/>
            </a:gs>
          </a:gsLst>
          <a:lin ang="5400000"/>
        </a:gradFill>
        <a:effectLst/>
      </p:bgPr>
    </p:bg>
    <p:spTree>
      <p:nvGrpSpPr>
        <p:cNvPr id="1" name=""/>
        <p:cNvGrpSpPr/>
        <p:nvPr/>
      </p:nvGrpSpPr>
      <p:grpSpPr>
        <a:xfrm>
          <a:off x="0" y="0"/>
          <a:ext cx="0" cy="0"/>
          <a:chOff x="0" y="0"/>
          <a:chExt cx="0" cy="0"/>
        </a:xfrm>
      </p:grpSpPr>
      <p:pic>
        <p:nvPicPr>
          <p:cNvPr id="60" name="Google Shape;6;p2" descr="\\DROBO-FS\QuickDrops\JB\PPTX NG\Droplets\LightingOverlay.png"/>
          <p:cNvPicPr/>
          <p:nvPr/>
        </p:nvPicPr>
        <p:blipFill>
          <a:blip r:embed="rId2"/>
          <a:stretch/>
        </p:blipFill>
        <p:spPr>
          <a:xfrm>
            <a:off x="0" y="0"/>
            <a:ext cx="43890840" cy="32918040"/>
          </a:xfrm>
          <a:prstGeom prst="rect">
            <a:avLst/>
          </a:prstGeom>
          <a:noFill/>
          <a:ln w="0">
            <a:noFill/>
          </a:ln>
        </p:spPr>
      </p:pic>
      <p:pic>
        <p:nvPicPr>
          <p:cNvPr id="61" name="Google Shape;129;p18" descr="Droplets-SD-Content-R1d.png"/>
          <p:cNvPicPr/>
          <p:nvPr/>
        </p:nvPicPr>
        <p:blipFill>
          <a:blip r:embed="rId3"/>
          <a:stretch/>
        </p:blipFill>
        <p:spPr>
          <a:xfrm>
            <a:off x="0" y="0"/>
            <a:ext cx="43890840" cy="32918040"/>
          </a:xfrm>
          <a:prstGeom prst="rect">
            <a:avLst/>
          </a:prstGeom>
          <a:noFill/>
          <a:ln w="0">
            <a:noFill/>
          </a:ln>
        </p:spPr>
      </p:pic>
      <p:sp>
        <p:nvSpPr>
          <p:cNvPr id="62" name="PlaceHolder 1"/>
          <p:cNvSpPr>
            <a:spLocks noGrp="1"/>
          </p:cNvSpPr>
          <p:nvPr>
            <p:ph type="title"/>
          </p:nvPr>
        </p:nvSpPr>
        <p:spPr>
          <a:xfrm>
            <a:off x="3289680" y="2931840"/>
            <a:ext cx="37311840" cy="7698600"/>
          </a:xfrm>
          <a:prstGeom prst="rect">
            <a:avLst/>
          </a:prstGeom>
          <a:noFill/>
          <a:ln w="0">
            <a:noFill/>
          </a:ln>
        </p:spPr>
        <p:txBody>
          <a:bodyPr lIns="91440" tIns="45720" rIns="91440" bIns="45720" anchor="ctr">
            <a:normAutofit/>
          </a:bodyPr>
          <a:lstStyle/>
          <a:p>
            <a:pPr indent="0">
              <a:buNone/>
            </a:pPr>
            <a:r>
              <a:rPr lang="en-US" sz="17280" b="0" u="none" strike="noStrike">
                <a:solidFill>
                  <a:srgbClr val="000000"/>
                </a:solidFill>
                <a:effectLst/>
                <a:uFillTx/>
                <a:latin typeface="Arial"/>
              </a:rPr>
              <a:t>Click to edit the title text format</a:t>
            </a:r>
          </a:p>
        </p:txBody>
      </p:sp>
      <p:sp>
        <p:nvSpPr>
          <p:cNvPr id="63" name="PlaceHolder 2"/>
          <p:cNvSpPr>
            <a:spLocks noGrp="1"/>
          </p:cNvSpPr>
          <p:nvPr>
            <p:ph type="body"/>
          </p:nvPr>
        </p:nvSpPr>
        <p:spPr>
          <a:xfrm>
            <a:off x="3289680" y="20183040"/>
            <a:ext cx="11866680" cy="2765520"/>
          </a:xfrm>
          <a:prstGeom prst="rect">
            <a:avLst/>
          </a:prstGeom>
          <a:noFill/>
          <a:ln w="0">
            <a:noFill/>
          </a:ln>
        </p:spPr>
        <p:txBody>
          <a:bodyPr lIns="91440" tIns="45720" rIns="91440" bIns="45720" anchor="b">
            <a:noAutofit/>
          </a:bodyPr>
          <a:lstStyle/>
          <a:p>
            <a:pPr marL="432000" indent="-324000">
              <a:spcBef>
                <a:spcPts val="1417"/>
              </a:spcBef>
              <a:buClr>
                <a:srgbClr val="000000"/>
              </a:buClr>
              <a:buSzPct val="45000"/>
              <a:buFont typeface="Wingdings" charset="2"/>
              <a:buChar char=""/>
            </a:pPr>
            <a:r>
              <a:rPr lang="en-US" sz="1056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056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056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056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1056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1056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10560" b="0" u="none" strike="noStrike">
                <a:solidFill>
                  <a:srgbClr val="000000"/>
                </a:solidFill>
                <a:effectLst/>
                <a:uFillTx/>
                <a:latin typeface="Arial"/>
              </a:rPr>
              <a:t>Seventh Outline Level</a:t>
            </a:r>
          </a:p>
        </p:txBody>
      </p:sp>
      <p:sp>
        <p:nvSpPr>
          <p:cNvPr id="64" name="PlaceHolder 3"/>
          <p:cNvSpPr>
            <a:spLocks noGrp="1"/>
          </p:cNvSpPr>
          <p:nvPr>
            <p:ph type="body"/>
          </p:nvPr>
        </p:nvSpPr>
        <p:spPr>
          <a:xfrm>
            <a:off x="3289680" y="11361960"/>
            <a:ext cx="11866680" cy="7314840"/>
          </a:xfrm>
          <a:prstGeom prst="rect">
            <a:avLst/>
          </a:prstGeom>
          <a:noFill/>
          <a:ln w="82440" cap="sq">
            <a:solidFill>
              <a:srgbClr val="EAEAEA"/>
            </a:solidFill>
            <a:miter/>
          </a:ln>
        </p:spPr>
        <p:txBody>
          <a:bodyPr lIns="91440" tIns="45720" rIns="91440" bIns="45720" anchor="t">
            <a:normAutofit fontScale="85000" lnSpcReduction="19999"/>
          </a:bodyPr>
          <a:lstStyle/>
          <a:p>
            <a:pPr marL="432000" indent="-324000">
              <a:spcBef>
                <a:spcPts val="1417"/>
              </a:spcBef>
              <a:buClr>
                <a:srgbClr val="000000"/>
              </a:buClr>
              <a:buSzPct val="45000"/>
              <a:buFont typeface="Wingdings" charset="2"/>
              <a:buChar char=""/>
            </a:pPr>
            <a:r>
              <a:rPr lang="en-US" sz="768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768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768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768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Seventh Outline Level</a:t>
            </a:r>
          </a:p>
        </p:txBody>
      </p:sp>
      <p:sp>
        <p:nvSpPr>
          <p:cNvPr id="65" name="PlaceHolder 4"/>
          <p:cNvSpPr>
            <a:spLocks noGrp="1"/>
          </p:cNvSpPr>
          <p:nvPr>
            <p:ph type="body"/>
          </p:nvPr>
        </p:nvSpPr>
        <p:spPr>
          <a:xfrm>
            <a:off x="3289680" y="22949280"/>
            <a:ext cx="11866680" cy="4848120"/>
          </a:xfrm>
          <a:prstGeom prst="rect">
            <a:avLst/>
          </a:prstGeom>
          <a:noFill/>
          <a:ln w="0">
            <a:noFill/>
          </a:ln>
        </p:spPr>
        <p:txBody>
          <a:bodyPr lIns="91440" tIns="45720" rIns="91440" bIns="45720" anchor="t">
            <a:normAutofit fontScale="70000" lnSpcReduction="19999"/>
          </a:bodyPr>
          <a:lstStyle/>
          <a:p>
            <a:pPr marL="432000" indent="-324000">
              <a:spcBef>
                <a:spcPts val="1417"/>
              </a:spcBef>
              <a:buClr>
                <a:srgbClr val="000000"/>
              </a:buClr>
              <a:buSzPct val="45000"/>
              <a:buFont typeface="Wingdings" charset="2"/>
              <a:buChar char=""/>
            </a:pPr>
            <a:r>
              <a:rPr lang="en-US" sz="6719"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6719"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6719"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6719"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6719"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6719"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6719" b="0" u="none" strike="noStrike">
                <a:solidFill>
                  <a:srgbClr val="000000"/>
                </a:solidFill>
                <a:effectLst/>
                <a:uFillTx/>
                <a:latin typeface="Arial"/>
              </a:rPr>
              <a:t>Seventh Outline Level</a:t>
            </a:r>
          </a:p>
        </p:txBody>
      </p:sp>
      <p:sp>
        <p:nvSpPr>
          <p:cNvPr id="66" name="PlaceHolder 5"/>
          <p:cNvSpPr>
            <a:spLocks noGrp="1"/>
          </p:cNvSpPr>
          <p:nvPr>
            <p:ph type="body"/>
          </p:nvPr>
        </p:nvSpPr>
        <p:spPr>
          <a:xfrm>
            <a:off x="15994080" y="20183040"/>
            <a:ext cx="11886120" cy="2765520"/>
          </a:xfrm>
          <a:prstGeom prst="rect">
            <a:avLst/>
          </a:prstGeom>
          <a:noFill/>
          <a:ln w="0">
            <a:noFill/>
          </a:ln>
        </p:spPr>
        <p:txBody>
          <a:bodyPr lIns="91440" tIns="45720" rIns="91440" bIns="45720" anchor="b">
            <a:noAutofit/>
          </a:bodyPr>
          <a:lstStyle/>
          <a:p>
            <a:pPr marL="432000" indent="-324000">
              <a:spcBef>
                <a:spcPts val="1417"/>
              </a:spcBef>
              <a:buClr>
                <a:srgbClr val="000000"/>
              </a:buClr>
              <a:buSzPct val="45000"/>
              <a:buFont typeface="Wingdings" charset="2"/>
              <a:buChar char=""/>
            </a:pPr>
            <a:r>
              <a:rPr lang="en-US" sz="1056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056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056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056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1056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1056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10560" b="0" u="none" strike="noStrike">
                <a:solidFill>
                  <a:srgbClr val="000000"/>
                </a:solidFill>
                <a:effectLst/>
                <a:uFillTx/>
                <a:latin typeface="Arial"/>
              </a:rPr>
              <a:t>Seventh Outline Level</a:t>
            </a:r>
          </a:p>
        </p:txBody>
      </p:sp>
      <p:sp>
        <p:nvSpPr>
          <p:cNvPr id="67" name="PlaceHolder 6"/>
          <p:cNvSpPr>
            <a:spLocks noGrp="1"/>
          </p:cNvSpPr>
          <p:nvPr>
            <p:ph type="body"/>
          </p:nvPr>
        </p:nvSpPr>
        <p:spPr>
          <a:xfrm>
            <a:off x="15988680" y="11361960"/>
            <a:ext cx="11891880" cy="7314840"/>
          </a:xfrm>
          <a:prstGeom prst="rect">
            <a:avLst/>
          </a:prstGeom>
          <a:noFill/>
          <a:ln w="82440" cap="sq">
            <a:solidFill>
              <a:srgbClr val="EAEAEA"/>
            </a:solidFill>
            <a:miter/>
          </a:ln>
        </p:spPr>
        <p:txBody>
          <a:bodyPr lIns="91440" tIns="45720" rIns="91440" bIns="45720" anchor="t">
            <a:normAutofit fontScale="85000" lnSpcReduction="19999"/>
          </a:bodyPr>
          <a:lstStyle/>
          <a:p>
            <a:pPr marL="432000" indent="-324000">
              <a:spcBef>
                <a:spcPts val="1417"/>
              </a:spcBef>
              <a:buClr>
                <a:srgbClr val="000000"/>
              </a:buClr>
              <a:buSzPct val="45000"/>
              <a:buFont typeface="Wingdings" charset="2"/>
              <a:buChar char=""/>
            </a:pPr>
            <a:r>
              <a:rPr lang="en-US" sz="768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768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768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768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Seventh Outline Level</a:t>
            </a:r>
          </a:p>
        </p:txBody>
      </p:sp>
      <p:sp>
        <p:nvSpPr>
          <p:cNvPr id="68" name="PlaceHolder 7"/>
          <p:cNvSpPr>
            <a:spLocks noGrp="1"/>
          </p:cNvSpPr>
          <p:nvPr>
            <p:ph type="body"/>
          </p:nvPr>
        </p:nvSpPr>
        <p:spPr>
          <a:xfrm>
            <a:off x="15988680" y="22949280"/>
            <a:ext cx="11891880" cy="4848120"/>
          </a:xfrm>
          <a:prstGeom prst="rect">
            <a:avLst/>
          </a:prstGeom>
          <a:noFill/>
          <a:ln w="0">
            <a:noFill/>
          </a:ln>
        </p:spPr>
        <p:txBody>
          <a:bodyPr lIns="91440" tIns="45720" rIns="91440" bIns="45720" anchor="t">
            <a:normAutofit fontScale="70000" lnSpcReduction="19999"/>
          </a:bodyPr>
          <a:lstStyle/>
          <a:p>
            <a:pPr marL="432000" indent="-324000">
              <a:spcBef>
                <a:spcPts val="1417"/>
              </a:spcBef>
              <a:buClr>
                <a:srgbClr val="000000"/>
              </a:buClr>
              <a:buSzPct val="45000"/>
              <a:buFont typeface="Wingdings" charset="2"/>
              <a:buChar char=""/>
            </a:pPr>
            <a:r>
              <a:rPr lang="en-US" sz="6719"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6719"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6719"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6719"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6719"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6719"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6719" b="0" u="none" strike="noStrike">
                <a:solidFill>
                  <a:srgbClr val="000000"/>
                </a:solidFill>
                <a:effectLst/>
                <a:uFillTx/>
                <a:latin typeface="Arial"/>
              </a:rPr>
              <a:t>Seventh Outline Level</a:t>
            </a:r>
          </a:p>
        </p:txBody>
      </p:sp>
      <p:sp>
        <p:nvSpPr>
          <p:cNvPr id="69" name="PlaceHolder 8"/>
          <p:cNvSpPr>
            <a:spLocks noGrp="1"/>
          </p:cNvSpPr>
          <p:nvPr>
            <p:ph type="body"/>
          </p:nvPr>
        </p:nvSpPr>
        <p:spPr>
          <a:xfrm>
            <a:off x="28703880" y="20183040"/>
            <a:ext cx="11882160" cy="2765520"/>
          </a:xfrm>
          <a:prstGeom prst="rect">
            <a:avLst/>
          </a:prstGeom>
          <a:noFill/>
          <a:ln w="0">
            <a:noFill/>
          </a:ln>
        </p:spPr>
        <p:txBody>
          <a:bodyPr lIns="91440" tIns="45720" rIns="91440" bIns="45720" anchor="b">
            <a:noAutofit/>
          </a:bodyPr>
          <a:lstStyle/>
          <a:p>
            <a:pPr marL="432000" indent="-324000">
              <a:spcBef>
                <a:spcPts val="1417"/>
              </a:spcBef>
              <a:buClr>
                <a:srgbClr val="000000"/>
              </a:buClr>
              <a:buSzPct val="45000"/>
              <a:buFont typeface="Wingdings" charset="2"/>
              <a:buChar char=""/>
            </a:pPr>
            <a:r>
              <a:rPr lang="en-US" sz="1056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056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056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056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1056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1056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10560" b="0" u="none" strike="noStrike">
                <a:solidFill>
                  <a:srgbClr val="000000"/>
                </a:solidFill>
                <a:effectLst/>
                <a:uFillTx/>
                <a:latin typeface="Arial"/>
              </a:rPr>
              <a:t>Seventh Outline Level</a:t>
            </a:r>
          </a:p>
        </p:txBody>
      </p:sp>
      <p:sp>
        <p:nvSpPr>
          <p:cNvPr id="70" name="PlaceHolder 9"/>
          <p:cNvSpPr>
            <a:spLocks noGrp="1"/>
          </p:cNvSpPr>
          <p:nvPr>
            <p:ph type="body"/>
          </p:nvPr>
        </p:nvSpPr>
        <p:spPr>
          <a:xfrm>
            <a:off x="28703880" y="11361960"/>
            <a:ext cx="11897280" cy="7314840"/>
          </a:xfrm>
          <a:prstGeom prst="rect">
            <a:avLst/>
          </a:prstGeom>
          <a:noFill/>
          <a:ln w="82440" cap="sq">
            <a:solidFill>
              <a:srgbClr val="EAEAEA"/>
            </a:solidFill>
            <a:miter/>
          </a:ln>
        </p:spPr>
        <p:txBody>
          <a:bodyPr lIns="91440" tIns="45720" rIns="91440" bIns="45720" anchor="t">
            <a:normAutofit fontScale="85000" lnSpcReduction="19999"/>
          </a:bodyPr>
          <a:lstStyle/>
          <a:p>
            <a:pPr marL="432000" indent="-324000">
              <a:spcBef>
                <a:spcPts val="1417"/>
              </a:spcBef>
              <a:buClr>
                <a:srgbClr val="000000"/>
              </a:buClr>
              <a:buSzPct val="45000"/>
              <a:buFont typeface="Wingdings" charset="2"/>
              <a:buChar char=""/>
            </a:pPr>
            <a:r>
              <a:rPr lang="en-US" sz="768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768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768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768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Seventh Outline Level</a:t>
            </a:r>
          </a:p>
        </p:txBody>
      </p:sp>
      <p:sp>
        <p:nvSpPr>
          <p:cNvPr id="71" name="PlaceHolder 10"/>
          <p:cNvSpPr>
            <a:spLocks noGrp="1"/>
          </p:cNvSpPr>
          <p:nvPr>
            <p:ph type="body"/>
          </p:nvPr>
        </p:nvSpPr>
        <p:spPr>
          <a:xfrm>
            <a:off x="28703520" y="22949280"/>
            <a:ext cx="11898000" cy="4848120"/>
          </a:xfrm>
          <a:prstGeom prst="rect">
            <a:avLst/>
          </a:prstGeom>
          <a:noFill/>
          <a:ln w="0">
            <a:noFill/>
          </a:ln>
        </p:spPr>
        <p:txBody>
          <a:bodyPr lIns="91440" tIns="45720" rIns="91440" bIns="45720" anchor="t">
            <a:normAutofit fontScale="70000" lnSpcReduction="19999"/>
          </a:bodyPr>
          <a:lstStyle/>
          <a:p>
            <a:pPr marL="432000" indent="-324000">
              <a:spcBef>
                <a:spcPts val="1417"/>
              </a:spcBef>
              <a:buClr>
                <a:srgbClr val="000000"/>
              </a:buClr>
              <a:buSzPct val="45000"/>
              <a:buFont typeface="Wingdings" charset="2"/>
              <a:buChar char=""/>
            </a:pPr>
            <a:r>
              <a:rPr lang="en-US" sz="6719"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6719"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6719"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6719"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6719"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6719"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6719" b="0" u="none" strike="noStrike">
                <a:solidFill>
                  <a:srgbClr val="000000"/>
                </a:solidFill>
                <a:effectLst/>
                <a:uFillTx/>
                <a:latin typeface="Arial"/>
              </a:rPr>
              <a:t>Seventh Outline Level</a:t>
            </a:r>
          </a:p>
        </p:txBody>
      </p:sp>
      <p:sp>
        <p:nvSpPr>
          <p:cNvPr id="72" name="PlaceHolder 11"/>
          <p:cNvSpPr>
            <a:spLocks noGrp="1"/>
          </p:cNvSpPr>
          <p:nvPr>
            <p:ph type="dt" idx="22"/>
          </p:nvPr>
        </p:nvSpPr>
        <p:spPr>
          <a:xfrm>
            <a:off x="27643320" y="28239840"/>
            <a:ext cx="9875160" cy="17521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&lt;date/time&gt;</a:t>
            </a:r>
          </a:p>
        </p:txBody>
      </p:sp>
      <p:sp>
        <p:nvSpPr>
          <p:cNvPr id="73" name="PlaceHolder 12"/>
          <p:cNvSpPr>
            <a:spLocks noGrp="1"/>
          </p:cNvSpPr>
          <p:nvPr>
            <p:ph type="ftr" idx="23"/>
          </p:nvPr>
        </p:nvSpPr>
        <p:spPr>
          <a:xfrm>
            <a:off x="3289680" y="28239840"/>
            <a:ext cx="24022080" cy="17521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74" name="PlaceHolder 13"/>
          <p:cNvSpPr>
            <a:spLocks noGrp="1"/>
          </p:cNvSpPr>
          <p:nvPr>
            <p:ph type="sldNum" idx="24"/>
          </p:nvPr>
        </p:nvSpPr>
        <p:spPr>
          <a:xfrm>
            <a:off x="37850400" y="28239840"/>
            <a:ext cx="2750760" cy="17521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4800" b="0" u="none" strike="noStrike">
                <a:solidFill>
                  <a:schemeClr val="dk1"/>
                </a:solidFill>
                <a:effectLst/>
                <a:uFillTx/>
                <a:latin typeface="Twentieth Century"/>
                <a:ea typeface="Twentieth Century"/>
              </a:defRPr>
            </a:lvl1pPr>
          </a:lstStyle>
          <a:p>
            <a:pPr indent="0" algn="r">
              <a:lnSpc>
                <a:spcPct val="100000"/>
              </a:lnSpc>
              <a:buNone/>
              <a:tabLst>
                <a:tab pos="0" algn="l"/>
              </a:tabLst>
            </a:pPr>
            <a:fld id="{EBA986B7-0D05-4C0E-A650-3614C4A79956}" type="slidenum">
              <a:rPr lang="en-US" sz="4800" b="0" u="none" strike="noStrike">
                <a:solidFill>
                  <a:schemeClr val="dk1"/>
                </a:solidFill>
                <a:effectLst/>
                <a:uFillTx/>
                <a:latin typeface="Twentieth Century"/>
                <a:ea typeface="Twentieth Century"/>
              </a:rPr>
              <a:t>‹#›</a:t>
            </a:fld>
            <a:endParaRPr lang="en-US" sz="48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VERTICAL_TEXT">
    <p:bg>
      <p:bgPr>
        <a:gradFill rotWithShape="0">
          <a:gsLst>
            <a:gs pos="0">
              <a:srgbClr val="FFFFFF"/>
            </a:gs>
            <a:gs pos="100000">
              <a:srgbClr val="B7B7B7"/>
            </a:gs>
          </a:gsLst>
          <a:lin ang="5400000"/>
        </a:gradFill>
        <a:effectLst/>
      </p:bgPr>
    </p:bg>
    <p:spTree>
      <p:nvGrpSpPr>
        <p:cNvPr id="1" name=""/>
        <p:cNvGrpSpPr/>
        <p:nvPr/>
      </p:nvGrpSpPr>
      <p:grpSpPr>
        <a:xfrm>
          <a:off x="0" y="0"/>
          <a:ext cx="0" cy="0"/>
          <a:chOff x="0" y="0"/>
          <a:chExt cx="0" cy="0"/>
        </a:xfrm>
      </p:grpSpPr>
      <p:pic>
        <p:nvPicPr>
          <p:cNvPr id="75" name="Google Shape;6;p2" descr="\\DROBO-FS\QuickDrops\JB\PPTX NG\Droplets\LightingOverlay.png"/>
          <p:cNvPicPr/>
          <p:nvPr/>
        </p:nvPicPr>
        <p:blipFill>
          <a:blip r:embed="rId2"/>
          <a:stretch/>
        </p:blipFill>
        <p:spPr>
          <a:xfrm>
            <a:off x="0" y="0"/>
            <a:ext cx="43890840" cy="32918040"/>
          </a:xfrm>
          <a:prstGeom prst="rect">
            <a:avLst/>
          </a:prstGeom>
          <a:noFill/>
          <a:ln w="0">
            <a:noFill/>
          </a:ln>
        </p:spPr>
      </p:pic>
      <p:pic>
        <p:nvPicPr>
          <p:cNvPr id="76" name="Google Shape;144;p19" descr="Droplets-SD-Content-R1d.png"/>
          <p:cNvPicPr/>
          <p:nvPr/>
        </p:nvPicPr>
        <p:blipFill>
          <a:blip r:embed="rId3"/>
          <a:stretch/>
        </p:blipFill>
        <p:spPr>
          <a:xfrm>
            <a:off x="0" y="0"/>
            <a:ext cx="43890840" cy="32918040"/>
          </a:xfrm>
          <a:prstGeom prst="rect">
            <a:avLst/>
          </a:prstGeom>
          <a:noFill/>
          <a:ln w="0">
            <a:noFill/>
          </a:ln>
        </p:spPr>
      </p:pic>
      <p:sp>
        <p:nvSpPr>
          <p:cNvPr id="77" name="PlaceHolder 1"/>
          <p:cNvSpPr>
            <a:spLocks noGrp="1"/>
          </p:cNvSpPr>
          <p:nvPr>
            <p:ph type="title"/>
          </p:nvPr>
        </p:nvSpPr>
        <p:spPr>
          <a:xfrm>
            <a:off x="3289680" y="2968920"/>
            <a:ext cx="37311840" cy="7661160"/>
          </a:xfrm>
          <a:prstGeom prst="rect">
            <a:avLst/>
          </a:prstGeom>
          <a:noFill/>
          <a:ln w="0">
            <a:noFill/>
          </a:ln>
        </p:spPr>
        <p:txBody>
          <a:bodyPr lIns="91440" tIns="45720" rIns="91440" bIns="45720" anchor="ctr">
            <a:normAutofit/>
          </a:bodyPr>
          <a:lstStyle/>
          <a:p>
            <a:pPr indent="0">
              <a:buNone/>
            </a:pPr>
            <a:r>
              <a:rPr lang="en-US" sz="17280" b="0" u="none" strike="noStrike">
                <a:solidFill>
                  <a:srgbClr val="000000"/>
                </a:solidFill>
                <a:effectLst/>
                <a:uFillTx/>
                <a:latin typeface="Arial"/>
              </a:rPr>
              <a:t>Click to edit the title text format</a:t>
            </a:r>
          </a:p>
        </p:txBody>
      </p:sp>
      <p:sp>
        <p:nvSpPr>
          <p:cNvPr id="78" name="PlaceHolder 2"/>
          <p:cNvSpPr>
            <a:spLocks noGrp="1"/>
          </p:cNvSpPr>
          <p:nvPr>
            <p:ph type="body"/>
          </p:nvPr>
        </p:nvSpPr>
        <p:spPr>
          <a:xfrm rot="5400000">
            <a:off x="13727880" y="923400"/>
            <a:ext cx="16435440" cy="37311840"/>
          </a:xfrm>
          <a:prstGeom prst="rect">
            <a:avLst/>
          </a:prstGeom>
          <a:noFill/>
          <a:ln w="0">
            <a:noFill/>
          </a:ln>
        </p:spPr>
        <p:txBody>
          <a:bodyPr lIns="91440" tIns="45720" rIns="91440" bIns="45720" anchor="t">
            <a:normAutofit/>
          </a:bodyPr>
          <a:lstStyle/>
          <a:p>
            <a:pPr marL="432000" indent="-324000">
              <a:spcBef>
                <a:spcPts val="1417"/>
              </a:spcBef>
              <a:buClr>
                <a:srgbClr val="000000"/>
              </a:buClr>
              <a:buSzPct val="45000"/>
              <a:buFont typeface="Wingdings" charset="2"/>
              <a:buChar char=""/>
            </a:pPr>
            <a:r>
              <a:rPr lang="en-US" sz="9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9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9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9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Seventh Outline Level</a:t>
            </a:r>
          </a:p>
        </p:txBody>
      </p:sp>
      <p:sp>
        <p:nvSpPr>
          <p:cNvPr id="79" name="PlaceHolder 3"/>
          <p:cNvSpPr>
            <a:spLocks noGrp="1"/>
          </p:cNvSpPr>
          <p:nvPr>
            <p:ph type="dt" idx="25"/>
          </p:nvPr>
        </p:nvSpPr>
        <p:spPr>
          <a:xfrm>
            <a:off x="27643320" y="28239840"/>
            <a:ext cx="9875160" cy="17521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&lt;date/time&gt;</a:t>
            </a:r>
          </a:p>
        </p:txBody>
      </p:sp>
      <p:sp>
        <p:nvSpPr>
          <p:cNvPr id="80" name="PlaceHolder 4"/>
          <p:cNvSpPr>
            <a:spLocks noGrp="1"/>
          </p:cNvSpPr>
          <p:nvPr>
            <p:ph type="ftr" idx="26"/>
          </p:nvPr>
        </p:nvSpPr>
        <p:spPr>
          <a:xfrm>
            <a:off x="3289680" y="28239840"/>
            <a:ext cx="24022080" cy="17521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81" name="PlaceHolder 5"/>
          <p:cNvSpPr>
            <a:spLocks noGrp="1"/>
          </p:cNvSpPr>
          <p:nvPr>
            <p:ph type="sldNum" idx="27"/>
          </p:nvPr>
        </p:nvSpPr>
        <p:spPr>
          <a:xfrm>
            <a:off x="37850400" y="28239840"/>
            <a:ext cx="2750760" cy="17521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4800" b="0" u="none" strike="noStrike">
                <a:solidFill>
                  <a:schemeClr val="dk1"/>
                </a:solidFill>
                <a:effectLst/>
                <a:uFillTx/>
                <a:latin typeface="Twentieth Century"/>
                <a:ea typeface="Twentieth Century"/>
              </a:defRPr>
            </a:lvl1pPr>
          </a:lstStyle>
          <a:p>
            <a:pPr indent="0" algn="r">
              <a:lnSpc>
                <a:spcPct val="100000"/>
              </a:lnSpc>
              <a:buNone/>
              <a:tabLst>
                <a:tab pos="0" algn="l"/>
              </a:tabLst>
            </a:pPr>
            <a:fld id="{08CD23A2-C8AF-4AEC-BB63-40C48C90231E}" type="slidenum">
              <a:rPr lang="en-US" sz="4800" b="0" u="none" strike="noStrike">
                <a:solidFill>
                  <a:schemeClr val="dk1"/>
                </a:solidFill>
                <a:effectLst/>
                <a:uFillTx/>
                <a:latin typeface="Twentieth Century"/>
                <a:ea typeface="Twentieth Century"/>
              </a:rPr>
              <a:t>‹#›</a:t>
            </a:fld>
            <a:endParaRPr lang="en-US" sz="48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_TITLE_AND_VERTICAL_TEXT">
    <p:bg>
      <p:bgPr>
        <a:gradFill rotWithShape="0">
          <a:gsLst>
            <a:gs pos="0">
              <a:srgbClr val="FFFFFF"/>
            </a:gs>
            <a:gs pos="100000">
              <a:srgbClr val="B7B7B7"/>
            </a:gs>
          </a:gsLst>
          <a:lin ang="5400000"/>
        </a:gradFill>
        <a:effectLst/>
      </p:bgPr>
    </p:bg>
    <p:spTree>
      <p:nvGrpSpPr>
        <p:cNvPr id="1" name=""/>
        <p:cNvGrpSpPr/>
        <p:nvPr/>
      </p:nvGrpSpPr>
      <p:grpSpPr>
        <a:xfrm>
          <a:off x="0" y="0"/>
          <a:ext cx="0" cy="0"/>
          <a:chOff x="0" y="0"/>
          <a:chExt cx="0" cy="0"/>
        </a:xfrm>
      </p:grpSpPr>
      <p:pic>
        <p:nvPicPr>
          <p:cNvPr id="82" name="Google Shape;6;p2" descr="\\DROBO-FS\QuickDrops\JB\PPTX NG\Droplets\LightingOverlay.png"/>
          <p:cNvPicPr/>
          <p:nvPr/>
        </p:nvPicPr>
        <p:blipFill>
          <a:blip r:embed="rId2"/>
          <a:stretch/>
        </p:blipFill>
        <p:spPr>
          <a:xfrm>
            <a:off x="0" y="0"/>
            <a:ext cx="43890840" cy="32918040"/>
          </a:xfrm>
          <a:prstGeom prst="rect">
            <a:avLst/>
          </a:prstGeom>
          <a:noFill/>
          <a:ln w="0">
            <a:noFill/>
          </a:ln>
        </p:spPr>
      </p:pic>
      <p:pic>
        <p:nvPicPr>
          <p:cNvPr id="83" name="Google Shape;151;p20" descr="Droplets-SD-Content-R1d.png"/>
          <p:cNvPicPr/>
          <p:nvPr/>
        </p:nvPicPr>
        <p:blipFill>
          <a:blip r:embed="rId3"/>
          <a:stretch/>
        </p:blipFill>
        <p:spPr>
          <a:xfrm>
            <a:off x="0" y="0"/>
            <a:ext cx="43890840" cy="32918040"/>
          </a:xfrm>
          <a:prstGeom prst="rect">
            <a:avLst/>
          </a:prstGeom>
          <a:noFill/>
          <a:ln w="0">
            <a:noFill/>
          </a:ln>
        </p:spPr>
      </p:pic>
      <p:sp>
        <p:nvSpPr>
          <p:cNvPr id="84" name="PlaceHolder 1"/>
          <p:cNvSpPr>
            <a:spLocks noGrp="1"/>
          </p:cNvSpPr>
          <p:nvPr>
            <p:ph type="title"/>
          </p:nvPr>
        </p:nvSpPr>
        <p:spPr>
          <a:xfrm rot="5400000">
            <a:off x="23569920" y="10765800"/>
            <a:ext cx="24871320" cy="9191520"/>
          </a:xfrm>
          <a:prstGeom prst="rect">
            <a:avLst/>
          </a:prstGeom>
          <a:noFill/>
          <a:ln w="0">
            <a:noFill/>
          </a:ln>
        </p:spPr>
        <p:txBody>
          <a:bodyPr lIns="91440" tIns="45720" rIns="91440" bIns="45720" anchor="ctr">
            <a:normAutofit/>
          </a:bodyPr>
          <a:lstStyle/>
          <a:p>
            <a:pPr indent="0">
              <a:buNone/>
            </a:pPr>
            <a:r>
              <a:rPr lang="en-US" sz="17280" b="0" u="none" strike="noStrike">
                <a:solidFill>
                  <a:srgbClr val="000000"/>
                </a:solidFill>
                <a:effectLst/>
                <a:uFillTx/>
                <a:latin typeface="Arial"/>
              </a:rPr>
              <a:t>Click to edit the title text format</a:t>
            </a:r>
          </a:p>
        </p:txBody>
      </p:sp>
      <p:sp>
        <p:nvSpPr>
          <p:cNvPr id="85" name="PlaceHolder 2"/>
          <p:cNvSpPr>
            <a:spLocks noGrp="1"/>
          </p:cNvSpPr>
          <p:nvPr>
            <p:ph type="body"/>
          </p:nvPr>
        </p:nvSpPr>
        <p:spPr>
          <a:xfrm rot="5400000">
            <a:off x="4639680" y="1576080"/>
            <a:ext cx="24871320" cy="27570960"/>
          </a:xfrm>
          <a:prstGeom prst="rect">
            <a:avLst/>
          </a:prstGeom>
          <a:noFill/>
          <a:ln w="0">
            <a:noFill/>
          </a:ln>
        </p:spPr>
        <p:txBody>
          <a:bodyPr lIns="91440" tIns="45720" rIns="91440" bIns="45720" anchor="t">
            <a:normAutofit/>
          </a:bodyPr>
          <a:lstStyle/>
          <a:p>
            <a:pPr marL="432000" indent="-324000">
              <a:spcBef>
                <a:spcPts val="1417"/>
              </a:spcBef>
              <a:buClr>
                <a:srgbClr val="000000"/>
              </a:buClr>
              <a:buSzPct val="45000"/>
              <a:buFont typeface="Wingdings" charset="2"/>
              <a:buChar char=""/>
            </a:pPr>
            <a:r>
              <a:rPr lang="en-US" sz="9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9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9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9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Seventh Outline Level</a:t>
            </a:r>
          </a:p>
        </p:txBody>
      </p:sp>
      <p:sp>
        <p:nvSpPr>
          <p:cNvPr id="86" name="PlaceHolder 3"/>
          <p:cNvSpPr>
            <a:spLocks noGrp="1"/>
          </p:cNvSpPr>
          <p:nvPr>
            <p:ph type="dt" idx="28"/>
          </p:nvPr>
        </p:nvSpPr>
        <p:spPr>
          <a:xfrm>
            <a:off x="27643320" y="28239840"/>
            <a:ext cx="9875160" cy="17521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&lt;date/time&gt;</a:t>
            </a:r>
          </a:p>
        </p:txBody>
      </p:sp>
      <p:sp>
        <p:nvSpPr>
          <p:cNvPr id="87" name="PlaceHolder 4"/>
          <p:cNvSpPr>
            <a:spLocks noGrp="1"/>
          </p:cNvSpPr>
          <p:nvPr>
            <p:ph type="ftr" idx="29"/>
          </p:nvPr>
        </p:nvSpPr>
        <p:spPr>
          <a:xfrm>
            <a:off x="3289680" y="28239840"/>
            <a:ext cx="24022080" cy="17521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88" name="PlaceHolder 5"/>
          <p:cNvSpPr>
            <a:spLocks noGrp="1"/>
          </p:cNvSpPr>
          <p:nvPr>
            <p:ph type="sldNum" idx="30"/>
          </p:nvPr>
        </p:nvSpPr>
        <p:spPr>
          <a:xfrm>
            <a:off x="37850400" y="28239840"/>
            <a:ext cx="2750760" cy="17521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4800" b="0" u="none" strike="noStrike">
                <a:solidFill>
                  <a:schemeClr val="dk1"/>
                </a:solidFill>
                <a:effectLst/>
                <a:uFillTx/>
                <a:latin typeface="Twentieth Century"/>
                <a:ea typeface="Twentieth Century"/>
              </a:defRPr>
            </a:lvl1pPr>
          </a:lstStyle>
          <a:p>
            <a:pPr indent="0" algn="r">
              <a:lnSpc>
                <a:spcPct val="100000"/>
              </a:lnSpc>
              <a:buNone/>
              <a:tabLst>
                <a:tab pos="0" algn="l"/>
              </a:tabLst>
            </a:pPr>
            <a:fld id="{D5724A8C-E99B-4CC5-98AE-62A0FE320506}" type="slidenum">
              <a:rPr lang="en-US" sz="4800" b="0" u="none" strike="noStrike">
                <a:solidFill>
                  <a:schemeClr val="dk1"/>
                </a:solidFill>
                <a:effectLst/>
                <a:uFillTx/>
                <a:latin typeface="Twentieth Century"/>
                <a:ea typeface="Twentieth Century"/>
              </a:rPr>
              <a:t>‹#›</a:t>
            </a:fld>
            <a:endParaRPr lang="en-US" sz="48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p:bg>
      <p:bgPr>
        <a:gradFill rotWithShape="0">
          <a:gsLst>
            <a:gs pos="0">
              <a:srgbClr val="FFFFFF"/>
            </a:gs>
            <a:gs pos="100000">
              <a:srgbClr val="B7B7B7"/>
            </a:gs>
          </a:gsLst>
          <a:lin ang="5400000"/>
        </a:gradFill>
        <a:effectLst/>
      </p:bgPr>
    </p:bg>
    <p:spTree>
      <p:nvGrpSpPr>
        <p:cNvPr id="1" name=""/>
        <p:cNvGrpSpPr/>
        <p:nvPr/>
      </p:nvGrpSpPr>
      <p:grpSpPr>
        <a:xfrm>
          <a:off x="0" y="0"/>
          <a:ext cx="0" cy="0"/>
          <a:chOff x="0" y="0"/>
          <a:chExt cx="0" cy="0"/>
        </a:xfrm>
      </p:grpSpPr>
      <p:pic>
        <p:nvPicPr>
          <p:cNvPr id="89" name="Google Shape;6;p2" descr="\\DROBO-FS\QuickDrops\JB\PPTX NG\Droplets\LightingOverlay.png"/>
          <p:cNvPicPr/>
          <p:nvPr/>
        </p:nvPicPr>
        <p:blipFill>
          <a:blip r:embed="rId2"/>
          <a:stretch/>
        </p:blipFill>
        <p:spPr>
          <a:xfrm>
            <a:off x="0" y="0"/>
            <a:ext cx="43890840" cy="32918040"/>
          </a:xfrm>
          <a:prstGeom prst="rect">
            <a:avLst/>
          </a:prstGeom>
          <a:noFill/>
          <a:ln w="0">
            <a:noFill/>
          </a:ln>
        </p:spPr>
      </p:pic>
      <p:pic>
        <p:nvPicPr>
          <p:cNvPr id="90" name="Google Shape;19;p4" descr="Droplets-SD-Title-R1d.png"/>
          <p:cNvPicPr/>
          <p:nvPr/>
        </p:nvPicPr>
        <p:blipFill>
          <a:blip r:embed="rId3"/>
          <a:stretch/>
        </p:blipFill>
        <p:spPr>
          <a:xfrm>
            <a:off x="0" y="0"/>
            <a:ext cx="43890840" cy="32918040"/>
          </a:xfrm>
          <a:prstGeom prst="rect">
            <a:avLst/>
          </a:prstGeom>
          <a:noFill/>
          <a:ln w="0">
            <a:noFill/>
          </a:ln>
        </p:spPr>
      </p:pic>
      <p:sp>
        <p:nvSpPr>
          <p:cNvPr id="91" name="PlaceHolder 1"/>
          <p:cNvSpPr>
            <a:spLocks noGrp="1"/>
          </p:cNvSpPr>
          <p:nvPr>
            <p:ph type="title"/>
          </p:nvPr>
        </p:nvSpPr>
        <p:spPr>
          <a:xfrm>
            <a:off x="6303600" y="6243840"/>
            <a:ext cx="31283640" cy="12043800"/>
          </a:xfrm>
          <a:prstGeom prst="rect">
            <a:avLst/>
          </a:prstGeom>
          <a:noFill/>
          <a:ln w="0">
            <a:noFill/>
          </a:ln>
        </p:spPr>
        <p:txBody>
          <a:bodyPr lIns="91440" tIns="45720" rIns="91440" bIns="45720" anchor="b">
            <a:normAutofit/>
          </a:bodyPr>
          <a:lstStyle/>
          <a:p>
            <a:pPr indent="0">
              <a:buNone/>
            </a:pPr>
            <a:r>
              <a:rPr lang="en-US" sz="23040" b="0" u="none" strike="noStrike">
                <a:solidFill>
                  <a:srgbClr val="000000"/>
                </a:solidFill>
                <a:effectLst/>
                <a:uFillTx/>
                <a:latin typeface="Arial"/>
              </a:rPr>
              <a:t>Click to edit the title text format</a:t>
            </a:r>
          </a:p>
        </p:txBody>
      </p:sp>
      <p:sp>
        <p:nvSpPr>
          <p:cNvPr id="92" name="PlaceHolder 2"/>
          <p:cNvSpPr>
            <a:spLocks noGrp="1"/>
          </p:cNvSpPr>
          <p:nvPr>
            <p:ph type="dt" idx="31"/>
          </p:nvPr>
        </p:nvSpPr>
        <p:spPr>
          <a:xfrm>
            <a:off x="27643320" y="28239840"/>
            <a:ext cx="9875160" cy="17521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&lt;date/time&gt;</a:t>
            </a:r>
          </a:p>
        </p:txBody>
      </p:sp>
      <p:sp>
        <p:nvSpPr>
          <p:cNvPr id="93" name="PlaceHolder 3"/>
          <p:cNvSpPr>
            <a:spLocks noGrp="1"/>
          </p:cNvSpPr>
          <p:nvPr>
            <p:ph type="ftr" idx="32"/>
          </p:nvPr>
        </p:nvSpPr>
        <p:spPr>
          <a:xfrm>
            <a:off x="3289680" y="28239840"/>
            <a:ext cx="24022080" cy="17521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94" name="PlaceHolder 4"/>
          <p:cNvSpPr>
            <a:spLocks noGrp="1"/>
          </p:cNvSpPr>
          <p:nvPr>
            <p:ph type="sldNum" idx="33"/>
          </p:nvPr>
        </p:nvSpPr>
        <p:spPr>
          <a:xfrm>
            <a:off x="37850400" y="28239840"/>
            <a:ext cx="2750760" cy="17521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4800" b="0" u="none" strike="noStrike">
                <a:solidFill>
                  <a:schemeClr val="dk1"/>
                </a:solidFill>
                <a:effectLst/>
                <a:uFillTx/>
                <a:latin typeface="Twentieth Century"/>
                <a:ea typeface="Twentieth Century"/>
              </a:defRPr>
            </a:lvl1pPr>
          </a:lstStyle>
          <a:p>
            <a:pPr indent="0" algn="r">
              <a:lnSpc>
                <a:spcPct val="100000"/>
              </a:lnSpc>
              <a:buNone/>
              <a:tabLst>
                <a:tab pos="0" algn="l"/>
              </a:tabLst>
            </a:pPr>
            <a:fld id="{3244FD14-3F0C-4C24-BDBD-D43A096D6E64}" type="slidenum">
              <a:rPr lang="en-US" sz="4800" b="0" u="none" strike="noStrike">
                <a:solidFill>
                  <a:schemeClr val="dk1"/>
                </a:solidFill>
                <a:effectLst/>
                <a:uFillTx/>
                <a:latin typeface="Twentieth Century"/>
                <a:ea typeface="Twentieth Century"/>
              </a:rPr>
              <a:t>‹#›</a:t>
            </a:fld>
            <a:endParaRPr lang="en-US" sz="4800" b="0" u="none" strike="noStrike">
              <a:solidFill>
                <a:srgbClr val="000000"/>
              </a:solidFill>
              <a:effectLst/>
              <a:uFillTx/>
              <a:latin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and Content">
    <p:bg>
      <p:bgPr>
        <a:gradFill rotWithShape="0">
          <a:gsLst>
            <a:gs pos="0">
              <a:srgbClr val="FFFFFF"/>
            </a:gs>
            <a:gs pos="100000">
              <a:srgbClr val="B7B7B7"/>
            </a:gs>
          </a:gsLst>
          <a:lin ang="5400000"/>
        </a:gradFill>
        <a:effectLst/>
      </p:bgPr>
    </p:bg>
    <p:spTree>
      <p:nvGrpSpPr>
        <p:cNvPr id="1" name=""/>
        <p:cNvGrpSpPr/>
        <p:nvPr/>
      </p:nvGrpSpPr>
      <p:grpSpPr>
        <a:xfrm>
          <a:off x="0" y="0"/>
          <a:ext cx="0" cy="0"/>
          <a:chOff x="0" y="0"/>
          <a:chExt cx="0" cy="0"/>
        </a:xfrm>
      </p:grpSpPr>
      <p:pic>
        <p:nvPicPr>
          <p:cNvPr id="95" name="Google Shape;6;p2" descr="\\DROBO-FS\QuickDrops\JB\PPTX NG\Droplets\LightingOverlay.png"/>
          <p:cNvPicPr/>
          <p:nvPr/>
        </p:nvPicPr>
        <p:blipFill>
          <a:blip r:embed="rId2"/>
          <a:stretch/>
        </p:blipFill>
        <p:spPr>
          <a:xfrm>
            <a:off x="0" y="0"/>
            <a:ext cx="43890840" cy="32918040"/>
          </a:xfrm>
          <a:prstGeom prst="rect">
            <a:avLst/>
          </a:prstGeom>
          <a:noFill/>
          <a:ln w="0">
            <a:noFill/>
          </a:ln>
        </p:spPr>
      </p:pic>
      <p:pic>
        <p:nvPicPr>
          <p:cNvPr id="96" name="Google Shape;26;p5" descr="Droplets-SD-Content-R1d.png"/>
          <p:cNvPicPr/>
          <p:nvPr/>
        </p:nvPicPr>
        <p:blipFill>
          <a:blip r:embed="rId3"/>
          <a:stretch/>
        </p:blipFill>
        <p:spPr>
          <a:xfrm>
            <a:off x="0" y="0"/>
            <a:ext cx="43890840" cy="32918040"/>
          </a:xfrm>
          <a:prstGeom prst="rect">
            <a:avLst/>
          </a:prstGeom>
          <a:noFill/>
          <a:ln w="0">
            <a:noFill/>
          </a:ln>
        </p:spPr>
      </p:pic>
      <p:sp>
        <p:nvSpPr>
          <p:cNvPr id="97" name="PlaceHolder 1"/>
          <p:cNvSpPr>
            <a:spLocks noGrp="1"/>
          </p:cNvSpPr>
          <p:nvPr>
            <p:ph type="title"/>
          </p:nvPr>
        </p:nvSpPr>
        <p:spPr>
          <a:xfrm>
            <a:off x="3289680" y="2968920"/>
            <a:ext cx="37311840" cy="7661160"/>
          </a:xfrm>
          <a:prstGeom prst="rect">
            <a:avLst/>
          </a:prstGeom>
          <a:noFill/>
          <a:ln w="0">
            <a:noFill/>
          </a:ln>
        </p:spPr>
        <p:txBody>
          <a:bodyPr lIns="91440" tIns="45720" rIns="91440" bIns="45720" anchor="ctr">
            <a:normAutofit/>
          </a:bodyPr>
          <a:lstStyle/>
          <a:p>
            <a:pPr indent="0">
              <a:buNone/>
            </a:pPr>
            <a:r>
              <a:rPr lang="en-US" sz="17280" b="0" u="none" strike="noStrike">
                <a:solidFill>
                  <a:srgbClr val="000000"/>
                </a:solidFill>
                <a:effectLst/>
                <a:uFillTx/>
                <a:latin typeface="Arial"/>
              </a:rPr>
              <a:t>Click to edit the title text format</a:t>
            </a:r>
          </a:p>
        </p:txBody>
      </p:sp>
      <p:sp>
        <p:nvSpPr>
          <p:cNvPr id="98" name="PlaceHolder 2"/>
          <p:cNvSpPr>
            <a:spLocks noGrp="1"/>
          </p:cNvSpPr>
          <p:nvPr>
            <p:ph type="body"/>
          </p:nvPr>
        </p:nvSpPr>
        <p:spPr>
          <a:xfrm>
            <a:off x="3289680" y="11361960"/>
            <a:ext cx="37309320" cy="16435440"/>
          </a:xfrm>
          <a:prstGeom prst="rect">
            <a:avLst/>
          </a:prstGeom>
          <a:noFill/>
          <a:ln w="0">
            <a:noFill/>
          </a:ln>
        </p:spPr>
        <p:txBody>
          <a:bodyPr lIns="91440" tIns="45720" rIns="91440" bIns="45720" anchor="t">
            <a:normAutofit/>
          </a:bodyPr>
          <a:lstStyle/>
          <a:p>
            <a:pPr marL="432000" indent="-324000">
              <a:spcBef>
                <a:spcPts val="1417"/>
              </a:spcBef>
              <a:buClr>
                <a:srgbClr val="000000"/>
              </a:buClr>
              <a:buSzPct val="45000"/>
              <a:buFont typeface="Wingdings" charset="2"/>
              <a:buChar char=""/>
            </a:pPr>
            <a:r>
              <a:rPr lang="en-US" sz="9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9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9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9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Seventh Outline Level</a:t>
            </a:r>
          </a:p>
        </p:txBody>
      </p:sp>
      <p:sp>
        <p:nvSpPr>
          <p:cNvPr id="99" name="PlaceHolder 3"/>
          <p:cNvSpPr>
            <a:spLocks noGrp="1"/>
          </p:cNvSpPr>
          <p:nvPr>
            <p:ph type="dt" idx="34"/>
          </p:nvPr>
        </p:nvSpPr>
        <p:spPr>
          <a:xfrm>
            <a:off x="27643320" y="28239840"/>
            <a:ext cx="9875160" cy="17521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&lt;date/time&gt;</a:t>
            </a:r>
          </a:p>
        </p:txBody>
      </p:sp>
      <p:sp>
        <p:nvSpPr>
          <p:cNvPr id="100" name="PlaceHolder 4"/>
          <p:cNvSpPr>
            <a:spLocks noGrp="1"/>
          </p:cNvSpPr>
          <p:nvPr>
            <p:ph type="ftr" idx="35"/>
          </p:nvPr>
        </p:nvSpPr>
        <p:spPr>
          <a:xfrm>
            <a:off x="3289680" y="28239840"/>
            <a:ext cx="24022080" cy="17521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01" name="PlaceHolder 5"/>
          <p:cNvSpPr>
            <a:spLocks noGrp="1"/>
          </p:cNvSpPr>
          <p:nvPr>
            <p:ph type="sldNum" idx="36"/>
          </p:nvPr>
        </p:nvSpPr>
        <p:spPr>
          <a:xfrm>
            <a:off x="37850400" y="28239840"/>
            <a:ext cx="2750760" cy="17521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4800" b="0" u="none" strike="noStrike">
                <a:solidFill>
                  <a:schemeClr val="dk1"/>
                </a:solidFill>
                <a:effectLst/>
                <a:uFillTx/>
                <a:latin typeface="Twentieth Century"/>
                <a:ea typeface="Twentieth Century"/>
              </a:defRPr>
            </a:lvl1pPr>
          </a:lstStyle>
          <a:p>
            <a:pPr indent="0" algn="r">
              <a:lnSpc>
                <a:spcPct val="100000"/>
              </a:lnSpc>
              <a:buNone/>
              <a:tabLst>
                <a:tab pos="0" algn="l"/>
              </a:tabLst>
            </a:pPr>
            <a:fld id="{E1592CAD-0770-4259-A4BA-F939DA1B92E2}" type="slidenum">
              <a:rPr lang="en-US" sz="4800" b="0" u="none" strike="noStrike">
                <a:solidFill>
                  <a:schemeClr val="dk1"/>
                </a:solidFill>
                <a:effectLst/>
                <a:uFillTx/>
                <a:latin typeface="Twentieth Century"/>
                <a:ea typeface="Twentieth Century"/>
              </a:rPr>
              <a:t>‹#›</a:t>
            </a:fld>
            <a:endParaRPr lang="en-US" sz="4800" b="0" u="none" strike="noStrike">
              <a:solidFill>
                <a:srgbClr val="000000"/>
              </a:solidFill>
              <a:effectLst/>
              <a:uFillTx/>
              <a:latin typeface="Times New Roman"/>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SECTION_HEADER">
    <p:bg>
      <p:bgPr>
        <a:gradFill rotWithShape="0">
          <a:gsLst>
            <a:gs pos="0">
              <a:srgbClr val="FFFFFF"/>
            </a:gs>
            <a:gs pos="100000">
              <a:srgbClr val="B7B7B7"/>
            </a:gs>
          </a:gsLst>
          <a:lin ang="5400000"/>
        </a:gradFill>
        <a:effectLst/>
      </p:bgPr>
    </p:bg>
    <p:spTree>
      <p:nvGrpSpPr>
        <p:cNvPr id="1" name=""/>
        <p:cNvGrpSpPr/>
        <p:nvPr/>
      </p:nvGrpSpPr>
      <p:grpSpPr>
        <a:xfrm>
          <a:off x="0" y="0"/>
          <a:ext cx="0" cy="0"/>
          <a:chOff x="0" y="0"/>
          <a:chExt cx="0" cy="0"/>
        </a:xfrm>
      </p:grpSpPr>
      <p:pic>
        <p:nvPicPr>
          <p:cNvPr id="102" name="Google Shape;6;p2" descr="\\DROBO-FS\QuickDrops\JB\PPTX NG\Droplets\LightingOverlay.png"/>
          <p:cNvPicPr/>
          <p:nvPr/>
        </p:nvPicPr>
        <p:blipFill>
          <a:blip r:embed="rId2"/>
          <a:stretch/>
        </p:blipFill>
        <p:spPr>
          <a:xfrm>
            <a:off x="0" y="0"/>
            <a:ext cx="43890840" cy="32918040"/>
          </a:xfrm>
          <a:prstGeom prst="rect">
            <a:avLst/>
          </a:prstGeom>
          <a:noFill/>
          <a:ln w="0">
            <a:noFill/>
          </a:ln>
        </p:spPr>
      </p:pic>
      <p:pic>
        <p:nvPicPr>
          <p:cNvPr id="103" name="Google Shape;33;p6" descr="Droplets-SD-Content-R1d.png"/>
          <p:cNvPicPr/>
          <p:nvPr/>
        </p:nvPicPr>
        <p:blipFill>
          <a:blip r:embed="rId3"/>
          <a:stretch/>
        </p:blipFill>
        <p:spPr>
          <a:xfrm>
            <a:off x="0" y="0"/>
            <a:ext cx="43890840" cy="32918040"/>
          </a:xfrm>
          <a:prstGeom prst="rect">
            <a:avLst/>
          </a:prstGeom>
          <a:noFill/>
          <a:ln w="0">
            <a:noFill/>
          </a:ln>
        </p:spPr>
      </p:pic>
      <p:sp>
        <p:nvSpPr>
          <p:cNvPr id="104" name="PlaceHolder 1"/>
          <p:cNvSpPr>
            <a:spLocks noGrp="1"/>
          </p:cNvSpPr>
          <p:nvPr>
            <p:ph type="title"/>
          </p:nvPr>
        </p:nvSpPr>
        <p:spPr>
          <a:xfrm>
            <a:off x="3289680" y="3977280"/>
            <a:ext cx="37266120" cy="13136400"/>
          </a:xfrm>
          <a:prstGeom prst="rect">
            <a:avLst/>
          </a:prstGeom>
          <a:noFill/>
          <a:ln w="0">
            <a:noFill/>
          </a:ln>
        </p:spPr>
        <p:txBody>
          <a:bodyPr lIns="91440" tIns="45720" rIns="91440" bIns="45720" anchor="b">
            <a:normAutofit/>
          </a:bodyPr>
          <a:lstStyle/>
          <a:p>
            <a:pPr indent="0">
              <a:buNone/>
            </a:pPr>
            <a:r>
              <a:rPr lang="en-US" sz="19200" b="0" u="none" strike="noStrike">
                <a:solidFill>
                  <a:srgbClr val="000000"/>
                </a:solidFill>
                <a:effectLst/>
                <a:uFillTx/>
                <a:latin typeface="Arial"/>
              </a:rPr>
              <a:t>Click to edit the title text format</a:t>
            </a:r>
          </a:p>
        </p:txBody>
      </p:sp>
      <p:sp>
        <p:nvSpPr>
          <p:cNvPr id="105" name="PlaceHolder 2"/>
          <p:cNvSpPr>
            <a:spLocks noGrp="1"/>
          </p:cNvSpPr>
          <p:nvPr>
            <p:ph type="body"/>
          </p:nvPr>
        </p:nvSpPr>
        <p:spPr>
          <a:xfrm>
            <a:off x="3289680" y="17555760"/>
            <a:ext cx="37266120" cy="6566760"/>
          </a:xfrm>
          <a:prstGeom prst="rect">
            <a:avLst/>
          </a:prstGeom>
          <a:noFill/>
          <a:ln w="0">
            <a:noFill/>
          </a:ln>
        </p:spPr>
        <p:txBody>
          <a:bodyPr lIns="91440" tIns="45720" rIns="91440" bIns="45720" anchor="t">
            <a:normAutofit fontScale="70000" lnSpcReduction="19999"/>
          </a:bodyPr>
          <a:lstStyle/>
          <a:p>
            <a:pPr marL="432000" indent="-324000">
              <a:spcBef>
                <a:spcPts val="1417"/>
              </a:spcBef>
              <a:buClr>
                <a:srgbClr val="000000"/>
              </a:buClr>
              <a:buSzPct val="45000"/>
              <a:buFont typeface="Wingdings" charset="2"/>
              <a:buChar char=""/>
            </a:pPr>
            <a:r>
              <a:rPr lang="en-US" sz="9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9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9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9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Seventh Outline Level</a:t>
            </a:r>
          </a:p>
        </p:txBody>
      </p:sp>
      <p:sp>
        <p:nvSpPr>
          <p:cNvPr id="106" name="PlaceHolder 3"/>
          <p:cNvSpPr>
            <a:spLocks noGrp="1"/>
          </p:cNvSpPr>
          <p:nvPr>
            <p:ph type="dt" idx="37"/>
          </p:nvPr>
        </p:nvSpPr>
        <p:spPr>
          <a:xfrm>
            <a:off x="27643320" y="28239840"/>
            <a:ext cx="9875160" cy="17521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&lt;date/time&gt;</a:t>
            </a:r>
          </a:p>
        </p:txBody>
      </p:sp>
      <p:sp>
        <p:nvSpPr>
          <p:cNvPr id="107" name="PlaceHolder 4"/>
          <p:cNvSpPr>
            <a:spLocks noGrp="1"/>
          </p:cNvSpPr>
          <p:nvPr>
            <p:ph type="ftr" idx="38"/>
          </p:nvPr>
        </p:nvSpPr>
        <p:spPr>
          <a:xfrm>
            <a:off x="3289680" y="28239840"/>
            <a:ext cx="24022080" cy="17521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08" name="PlaceHolder 5"/>
          <p:cNvSpPr>
            <a:spLocks noGrp="1"/>
          </p:cNvSpPr>
          <p:nvPr>
            <p:ph type="sldNum" idx="39"/>
          </p:nvPr>
        </p:nvSpPr>
        <p:spPr>
          <a:xfrm>
            <a:off x="37850400" y="28239840"/>
            <a:ext cx="2750760" cy="17521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4800" b="0" u="none" strike="noStrike">
                <a:solidFill>
                  <a:schemeClr val="dk1"/>
                </a:solidFill>
                <a:effectLst/>
                <a:uFillTx/>
                <a:latin typeface="Twentieth Century"/>
                <a:ea typeface="Twentieth Century"/>
              </a:defRPr>
            </a:lvl1pPr>
          </a:lstStyle>
          <a:p>
            <a:pPr indent="0" algn="r">
              <a:lnSpc>
                <a:spcPct val="100000"/>
              </a:lnSpc>
              <a:buNone/>
              <a:tabLst>
                <a:tab pos="0" algn="l"/>
              </a:tabLst>
            </a:pPr>
            <a:fld id="{37743F9E-F480-4B6F-A4DF-F4AFE4022F27}" type="slidenum">
              <a:rPr lang="en-US" sz="4800" b="0" u="none" strike="noStrike">
                <a:solidFill>
                  <a:schemeClr val="dk1"/>
                </a:solidFill>
                <a:effectLst/>
                <a:uFillTx/>
                <a:latin typeface="Twentieth Century"/>
                <a:ea typeface="Twentieth Century"/>
              </a:rPr>
              <a:t>‹#›</a:t>
            </a:fld>
            <a:endParaRPr lang="en-US" sz="4800" b="0" u="none" strike="noStrike">
              <a:solidFill>
                <a:srgbClr val="000000"/>
              </a:solidFill>
              <a:effectLst/>
              <a:uFillTx/>
              <a:latin typeface="Times New Roman"/>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_OBJECTS">
    <p:bg>
      <p:bgPr>
        <a:gradFill rotWithShape="0">
          <a:gsLst>
            <a:gs pos="0">
              <a:srgbClr val="FFFFFF"/>
            </a:gs>
            <a:gs pos="100000">
              <a:srgbClr val="B7B7B7"/>
            </a:gs>
          </a:gsLst>
          <a:lin ang="5400000"/>
        </a:gradFill>
        <a:effectLst/>
      </p:bgPr>
    </p:bg>
    <p:spTree>
      <p:nvGrpSpPr>
        <p:cNvPr id="1" name=""/>
        <p:cNvGrpSpPr/>
        <p:nvPr/>
      </p:nvGrpSpPr>
      <p:grpSpPr>
        <a:xfrm>
          <a:off x="0" y="0"/>
          <a:ext cx="0" cy="0"/>
          <a:chOff x="0" y="0"/>
          <a:chExt cx="0" cy="0"/>
        </a:xfrm>
      </p:grpSpPr>
      <p:pic>
        <p:nvPicPr>
          <p:cNvPr id="109" name="Google Shape;6;p2" descr="\\DROBO-FS\QuickDrops\JB\PPTX NG\Droplets\LightingOverlay.png"/>
          <p:cNvPicPr/>
          <p:nvPr/>
        </p:nvPicPr>
        <p:blipFill>
          <a:blip r:embed="rId2"/>
          <a:stretch/>
        </p:blipFill>
        <p:spPr>
          <a:xfrm>
            <a:off x="0" y="0"/>
            <a:ext cx="43890840" cy="32918040"/>
          </a:xfrm>
          <a:prstGeom prst="rect">
            <a:avLst/>
          </a:prstGeom>
          <a:noFill/>
          <a:ln w="0">
            <a:noFill/>
          </a:ln>
        </p:spPr>
      </p:pic>
      <p:pic>
        <p:nvPicPr>
          <p:cNvPr id="110" name="Google Shape;40;p7" descr="Droplets-SD-Content-R1d.png"/>
          <p:cNvPicPr/>
          <p:nvPr/>
        </p:nvPicPr>
        <p:blipFill>
          <a:blip r:embed="rId3"/>
          <a:stretch/>
        </p:blipFill>
        <p:spPr>
          <a:xfrm>
            <a:off x="0" y="0"/>
            <a:ext cx="43890840" cy="32918040"/>
          </a:xfrm>
          <a:prstGeom prst="rect">
            <a:avLst/>
          </a:prstGeom>
          <a:noFill/>
          <a:ln w="0">
            <a:noFill/>
          </a:ln>
        </p:spPr>
      </p:pic>
      <p:sp>
        <p:nvSpPr>
          <p:cNvPr id="111" name="PlaceHolder 1"/>
          <p:cNvSpPr>
            <a:spLocks noGrp="1"/>
          </p:cNvSpPr>
          <p:nvPr>
            <p:ph type="title"/>
          </p:nvPr>
        </p:nvSpPr>
        <p:spPr>
          <a:xfrm>
            <a:off x="3289680" y="2968920"/>
            <a:ext cx="37311840" cy="7661160"/>
          </a:xfrm>
          <a:prstGeom prst="rect">
            <a:avLst/>
          </a:prstGeom>
          <a:noFill/>
          <a:ln w="0">
            <a:noFill/>
          </a:ln>
        </p:spPr>
        <p:txBody>
          <a:bodyPr lIns="91440" tIns="45720" rIns="91440" bIns="45720" anchor="ctr">
            <a:normAutofit/>
          </a:bodyPr>
          <a:lstStyle/>
          <a:p>
            <a:pPr indent="0">
              <a:buNone/>
            </a:pPr>
            <a:r>
              <a:rPr lang="en-US" sz="17280" b="0" u="none" strike="noStrike">
                <a:solidFill>
                  <a:srgbClr val="000000"/>
                </a:solidFill>
                <a:effectLst/>
                <a:uFillTx/>
                <a:latin typeface="Arial"/>
              </a:rPr>
              <a:t>Click to edit the title text format</a:t>
            </a:r>
          </a:p>
        </p:txBody>
      </p:sp>
      <p:sp>
        <p:nvSpPr>
          <p:cNvPr id="112" name="PlaceHolder 2"/>
          <p:cNvSpPr>
            <a:spLocks noGrp="1"/>
          </p:cNvSpPr>
          <p:nvPr>
            <p:ph type="body"/>
          </p:nvPr>
        </p:nvSpPr>
        <p:spPr>
          <a:xfrm>
            <a:off x="3289680" y="11361960"/>
            <a:ext cx="18381240" cy="16435440"/>
          </a:xfrm>
          <a:prstGeom prst="rect">
            <a:avLst/>
          </a:prstGeom>
          <a:noFill/>
          <a:ln w="0">
            <a:noFill/>
          </a:ln>
        </p:spPr>
        <p:txBody>
          <a:bodyPr lIns="91440" tIns="45720" rIns="91440" bIns="45720" anchor="t">
            <a:normAutofit/>
          </a:bodyPr>
          <a:lstStyle/>
          <a:p>
            <a:pPr marL="432000" indent="-324000">
              <a:spcBef>
                <a:spcPts val="1417"/>
              </a:spcBef>
              <a:buClr>
                <a:srgbClr val="000000"/>
              </a:buClr>
              <a:buSzPct val="45000"/>
              <a:buFont typeface="Wingdings" charset="2"/>
              <a:buChar char=""/>
            </a:pPr>
            <a:r>
              <a:rPr lang="en-US" sz="9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9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9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9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Seventh Outline Level</a:t>
            </a:r>
          </a:p>
        </p:txBody>
      </p:sp>
      <p:sp>
        <p:nvSpPr>
          <p:cNvPr id="113" name="PlaceHolder 3"/>
          <p:cNvSpPr>
            <a:spLocks noGrp="1"/>
          </p:cNvSpPr>
          <p:nvPr>
            <p:ph type="body"/>
          </p:nvPr>
        </p:nvSpPr>
        <p:spPr>
          <a:xfrm>
            <a:off x="22219920" y="11361960"/>
            <a:ext cx="18379080" cy="16435440"/>
          </a:xfrm>
          <a:prstGeom prst="rect">
            <a:avLst/>
          </a:prstGeom>
          <a:noFill/>
          <a:ln w="0">
            <a:noFill/>
          </a:ln>
        </p:spPr>
        <p:txBody>
          <a:bodyPr lIns="91440" tIns="45720" rIns="91440" bIns="45720" anchor="t">
            <a:normAutofit/>
          </a:bodyPr>
          <a:lstStyle/>
          <a:p>
            <a:pPr marL="432000" indent="-324000">
              <a:spcBef>
                <a:spcPts val="1417"/>
              </a:spcBef>
              <a:buClr>
                <a:srgbClr val="000000"/>
              </a:buClr>
              <a:buSzPct val="45000"/>
              <a:buFont typeface="Wingdings" charset="2"/>
              <a:buChar char=""/>
            </a:pPr>
            <a:r>
              <a:rPr lang="en-US" sz="9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9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9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9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Seventh Outline Level</a:t>
            </a:r>
          </a:p>
        </p:txBody>
      </p:sp>
      <p:sp>
        <p:nvSpPr>
          <p:cNvPr id="114" name="PlaceHolder 4"/>
          <p:cNvSpPr>
            <a:spLocks noGrp="1"/>
          </p:cNvSpPr>
          <p:nvPr>
            <p:ph type="dt" idx="40"/>
          </p:nvPr>
        </p:nvSpPr>
        <p:spPr>
          <a:xfrm>
            <a:off x="27643320" y="28239840"/>
            <a:ext cx="9875160" cy="17521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&lt;date/time&gt;</a:t>
            </a:r>
          </a:p>
        </p:txBody>
      </p:sp>
      <p:sp>
        <p:nvSpPr>
          <p:cNvPr id="115" name="PlaceHolder 5"/>
          <p:cNvSpPr>
            <a:spLocks noGrp="1"/>
          </p:cNvSpPr>
          <p:nvPr>
            <p:ph type="ftr" idx="41"/>
          </p:nvPr>
        </p:nvSpPr>
        <p:spPr>
          <a:xfrm>
            <a:off x="3289680" y="28239840"/>
            <a:ext cx="24022080" cy="17521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16" name="PlaceHolder 6"/>
          <p:cNvSpPr>
            <a:spLocks noGrp="1"/>
          </p:cNvSpPr>
          <p:nvPr>
            <p:ph type="sldNum" idx="42"/>
          </p:nvPr>
        </p:nvSpPr>
        <p:spPr>
          <a:xfrm>
            <a:off x="37850400" y="28239840"/>
            <a:ext cx="2750760" cy="17521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4800" b="0" u="none" strike="noStrike">
                <a:solidFill>
                  <a:schemeClr val="dk1"/>
                </a:solidFill>
                <a:effectLst/>
                <a:uFillTx/>
                <a:latin typeface="Twentieth Century"/>
                <a:ea typeface="Twentieth Century"/>
              </a:defRPr>
            </a:lvl1pPr>
          </a:lstStyle>
          <a:p>
            <a:pPr indent="0" algn="r">
              <a:lnSpc>
                <a:spcPct val="100000"/>
              </a:lnSpc>
              <a:buNone/>
              <a:tabLst>
                <a:tab pos="0" algn="l"/>
              </a:tabLst>
            </a:pPr>
            <a:fld id="{40D5B698-BC07-470C-8C92-EF9BAF66D2C3}" type="slidenum">
              <a:rPr lang="en-US" sz="4800" b="0" u="none" strike="noStrike">
                <a:solidFill>
                  <a:schemeClr val="dk1"/>
                </a:solidFill>
                <a:effectLst/>
                <a:uFillTx/>
                <a:latin typeface="Twentieth Century"/>
                <a:ea typeface="Twentieth Century"/>
              </a:rPr>
              <a:t>‹#›</a:t>
            </a:fld>
            <a:endParaRPr lang="en-US" sz="4800" b="0" u="none" strike="noStrike">
              <a:solidFill>
                <a:srgbClr val="000000"/>
              </a:solidFill>
              <a:effectLst/>
              <a:uFillTx/>
              <a:latin typeface="Times New Roman"/>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WO_OBJECTS_WITH_TEXT">
    <p:bg>
      <p:bgPr>
        <a:gradFill rotWithShape="0">
          <a:gsLst>
            <a:gs pos="0">
              <a:srgbClr val="FFFFFF"/>
            </a:gs>
            <a:gs pos="100000">
              <a:srgbClr val="B7B7B7"/>
            </a:gs>
          </a:gsLst>
          <a:lin ang="5400000"/>
        </a:gradFill>
        <a:effectLst/>
      </p:bgPr>
    </p:bg>
    <p:spTree>
      <p:nvGrpSpPr>
        <p:cNvPr id="1" name=""/>
        <p:cNvGrpSpPr/>
        <p:nvPr/>
      </p:nvGrpSpPr>
      <p:grpSpPr>
        <a:xfrm>
          <a:off x="0" y="0"/>
          <a:ext cx="0" cy="0"/>
          <a:chOff x="0" y="0"/>
          <a:chExt cx="0" cy="0"/>
        </a:xfrm>
      </p:grpSpPr>
      <p:pic>
        <p:nvPicPr>
          <p:cNvPr id="117" name="Google Shape;6;p2" descr="\\DROBO-FS\QuickDrops\JB\PPTX NG\Droplets\LightingOverlay.png"/>
          <p:cNvPicPr/>
          <p:nvPr/>
        </p:nvPicPr>
        <p:blipFill>
          <a:blip r:embed="rId2"/>
          <a:stretch/>
        </p:blipFill>
        <p:spPr>
          <a:xfrm>
            <a:off x="0" y="0"/>
            <a:ext cx="43890840" cy="32918040"/>
          </a:xfrm>
          <a:prstGeom prst="rect">
            <a:avLst/>
          </a:prstGeom>
          <a:noFill/>
          <a:ln w="0">
            <a:noFill/>
          </a:ln>
        </p:spPr>
      </p:pic>
      <p:pic>
        <p:nvPicPr>
          <p:cNvPr id="118" name="Google Shape;48;p8" descr="Droplets-SD-Content-R1d.png"/>
          <p:cNvPicPr/>
          <p:nvPr/>
        </p:nvPicPr>
        <p:blipFill>
          <a:blip r:embed="rId3"/>
          <a:stretch/>
        </p:blipFill>
        <p:spPr>
          <a:xfrm>
            <a:off x="0" y="0"/>
            <a:ext cx="43890840" cy="32918040"/>
          </a:xfrm>
          <a:prstGeom prst="rect">
            <a:avLst/>
          </a:prstGeom>
          <a:noFill/>
          <a:ln w="0">
            <a:noFill/>
          </a:ln>
        </p:spPr>
      </p:pic>
      <p:sp>
        <p:nvSpPr>
          <p:cNvPr id="119" name="PlaceHolder 1"/>
          <p:cNvSpPr>
            <a:spLocks noGrp="1"/>
          </p:cNvSpPr>
          <p:nvPr>
            <p:ph type="title"/>
          </p:nvPr>
        </p:nvSpPr>
        <p:spPr>
          <a:xfrm>
            <a:off x="3289680" y="2968920"/>
            <a:ext cx="37311840" cy="7661160"/>
          </a:xfrm>
          <a:prstGeom prst="rect">
            <a:avLst/>
          </a:prstGeom>
          <a:noFill/>
          <a:ln w="0">
            <a:noFill/>
          </a:ln>
        </p:spPr>
        <p:txBody>
          <a:bodyPr lIns="91440" tIns="45720" rIns="91440" bIns="45720" anchor="ctr">
            <a:normAutofit/>
          </a:bodyPr>
          <a:lstStyle/>
          <a:p>
            <a:pPr indent="0">
              <a:buNone/>
            </a:pPr>
            <a:r>
              <a:rPr lang="en-US" sz="17280" b="0" u="none" strike="noStrike">
                <a:solidFill>
                  <a:srgbClr val="000000"/>
                </a:solidFill>
                <a:effectLst/>
                <a:uFillTx/>
                <a:latin typeface="Arial"/>
              </a:rPr>
              <a:t>Click to edit the title text format</a:t>
            </a:r>
          </a:p>
        </p:txBody>
      </p:sp>
      <p:sp>
        <p:nvSpPr>
          <p:cNvPr id="120" name="PlaceHolder 2"/>
          <p:cNvSpPr>
            <a:spLocks noGrp="1"/>
          </p:cNvSpPr>
          <p:nvPr>
            <p:ph type="body"/>
          </p:nvPr>
        </p:nvSpPr>
        <p:spPr>
          <a:xfrm>
            <a:off x="4126680" y="11381040"/>
            <a:ext cx="17544240" cy="3263760"/>
          </a:xfrm>
          <a:prstGeom prst="rect">
            <a:avLst/>
          </a:prstGeom>
          <a:noFill/>
          <a:ln w="0">
            <a:noFill/>
          </a:ln>
        </p:spPr>
        <p:txBody>
          <a:bodyPr lIns="91440" tIns="45720" rIns="91440" bIns="45720" anchor="b">
            <a:noAutofit/>
          </a:bodyPr>
          <a:lstStyle/>
          <a:p>
            <a:pPr marL="432000" indent="-324000">
              <a:spcBef>
                <a:spcPts val="1417"/>
              </a:spcBef>
              <a:buClr>
                <a:srgbClr val="000000"/>
              </a:buClr>
              <a:buSzPct val="45000"/>
              <a:buFont typeface="Wingdings" charset="2"/>
              <a:buChar char=""/>
            </a:pPr>
            <a:r>
              <a:rPr lang="en-US" sz="1248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248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248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248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1248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1248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12480" b="0" u="none" strike="noStrike">
                <a:solidFill>
                  <a:srgbClr val="000000"/>
                </a:solidFill>
                <a:effectLst/>
                <a:uFillTx/>
                <a:latin typeface="Arial"/>
              </a:rPr>
              <a:t>Seventh Outline Level</a:t>
            </a:r>
          </a:p>
        </p:txBody>
      </p:sp>
      <p:sp>
        <p:nvSpPr>
          <p:cNvPr id="121" name="PlaceHolder 3"/>
          <p:cNvSpPr>
            <a:spLocks noGrp="1"/>
          </p:cNvSpPr>
          <p:nvPr>
            <p:ph type="body"/>
          </p:nvPr>
        </p:nvSpPr>
        <p:spPr>
          <a:xfrm>
            <a:off x="3289680" y="14644800"/>
            <a:ext cx="18381240" cy="13152600"/>
          </a:xfrm>
          <a:prstGeom prst="rect">
            <a:avLst/>
          </a:prstGeom>
          <a:noFill/>
          <a:ln w="0">
            <a:noFill/>
          </a:ln>
        </p:spPr>
        <p:txBody>
          <a:bodyPr lIns="91440" tIns="45720" rIns="91440" bIns="45720" anchor="t">
            <a:normAutofit/>
          </a:bodyPr>
          <a:lstStyle/>
          <a:p>
            <a:pPr marL="432000" indent="-324000">
              <a:spcBef>
                <a:spcPts val="1417"/>
              </a:spcBef>
              <a:buClr>
                <a:srgbClr val="000000"/>
              </a:buClr>
              <a:buSzPct val="45000"/>
              <a:buFont typeface="Wingdings" charset="2"/>
              <a:buChar char=""/>
            </a:pPr>
            <a:r>
              <a:rPr lang="en-US" sz="9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9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9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9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Seventh Outline Level</a:t>
            </a:r>
          </a:p>
        </p:txBody>
      </p:sp>
      <p:sp>
        <p:nvSpPr>
          <p:cNvPr id="122" name="PlaceHolder 4"/>
          <p:cNvSpPr>
            <a:spLocks noGrp="1"/>
          </p:cNvSpPr>
          <p:nvPr>
            <p:ph type="body"/>
          </p:nvPr>
        </p:nvSpPr>
        <p:spPr>
          <a:xfrm>
            <a:off x="23027040" y="11381040"/>
            <a:ext cx="17574120" cy="3263760"/>
          </a:xfrm>
          <a:prstGeom prst="rect">
            <a:avLst/>
          </a:prstGeom>
          <a:noFill/>
          <a:ln w="0">
            <a:noFill/>
          </a:ln>
        </p:spPr>
        <p:txBody>
          <a:bodyPr lIns="91440" tIns="45720" rIns="91440" bIns="45720" anchor="b">
            <a:noAutofit/>
          </a:bodyPr>
          <a:lstStyle/>
          <a:p>
            <a:pPr marL="432000" indent="-324000">
              <a:spcBef>
                <a:spcPts val="1417"/>
              </a:spcBef>
              <a:buClr>
                <a:srgbClr val="000000"/>
              </a:buClr>
              <a:buSzPct val="45000"/>
              <a:buFont typeface="Wingdings" charset="2"/>
              <a:buChar char=""/>
            </a:pPr>
            <a:r>
              <a:rPr lang="en-US" sz="1248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248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248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248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1248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1248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12480" b="0" u="none" strike="noStrike">
                <a:solidFill>
                  <a:srgbClr val="000000"/>
                </a:solidFill>
                <a:effectLst/>
                <a:uFillTx/>
                <a:latin typeface="Arial"/>
              </a:rPr>
              <a:t>Seventh Outline Level</a:t>
            </a:r>
          </a:p>
        </p:txBody>
      </p:sp>
      <p:sp>
        <p:nvSpPr>
          <p:cNvPr id="123" name="PlaceHolder 5"/>
          <p:cNvSpPr>
            <a:spLocks noGrp="1"/>
          </p:cNvSpPr>
          <p:nvPr>
            <p:ph type="body"/>
          </p:nvPr>
        </p:nvSpPr>
        <p:spPr>
          <a:xfrm>
            <a:off x="22219920" y="14644800"/>
            <a:ext cx="18379080" cy="13152600"/>
          </a:xfrm>
          <a:prstGeom prst="rect">
            <a:avLst/>
          </a:prstGeom>
          <a:noFill/>
          <a:ln w="0">
            <a:noFill/>
          </a:ln>
        </p:spPr>
        <p:txBody>
          <a:bodyPr lIns="91440" tIns="45720" rIns="91440" bIns="45720" anchor="t">
            <a:normAutofit/>
          </a:bodyPr>
          <a:lstStyle/>
          <a:p>
            <a:pPr marL="432000" indent="-324000">
              <a:spcBef>
                <a:spcPts val="1417"/>
              </a:spcBef>
              <a:buClr>
                <a:srgbClr val="000000"/>
              </a:buClr>
              <a:buSzPct val="45000"/>
              <a:buFont typeface="Wingdings" charset="2"/>
              <a:buChar char=""/>
            </a:pPr>
            <a:r>
              <a:rPr lang="en-US" sz="9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9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9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9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Seventh Outline Level</a:t>
            </a:r>
          </a:p>
        </p:txBody>
      </p:sp>
      <p:sp>
        <p:nvSpPr>
          <p:cNvPr id="124" name="PlaceHolder 6"/>
          <p:cNvSpPr>
            <a:spLocks noGrp="1"/>
          </p:cNvSpPr>
          <p:nvPr>
            <p:ph type="dt" idx="43"/>
          </p:nvPr>
        </p:nvSpPr>
        <p:spPr>
          <a:xfrm>
            <a:off x="27643320" y="28239840"/>
            <a:ext cx="9875160" cy="17521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&lt;date/time&gt;</a:t>
            </a:r>
          </a:p>
        </p:txBody>
      </p:sp>
      <p:sp>
        <p:nvSpPr>
          <p:cNvPr id="125" name="PlaceHolder 7"/>
          <p:cNvSpPr>
            <a:spLocks noGrp="1"/>
          </p:cNvSpPr>
          <p:nvPr>
            <p:ph type="ftr" idx="44"/>
          </p:nvPr>
        </p:nvSpPr>
        <p:spPr>
          <a:xfrm>
            <a:off x="3289680" y="28239840"/>
            <a:ext cx="24022080" cy="17521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26" name="PlaceHolder 8"/>
          <p:cNvSpPr>
            <a:spLocks noGrp="1"/>
          </p:cNvSpPr>
          <p:nvPr>
            <p:ph type="sldNum" idx="45"/>
          </p:nvPr>
        </p:nvSpPr>
        <p:spPr>
          <a:xfrm>
            <a:off x="37850400" y="28239840"/>
            <a:ext cx="2750760" cy="17521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4800" b="0" u="none" strike="noStrike">
                <a:solidFill>
                  <a:schemeClr val="dk1"/>
                </a:solidFill>
                <a:effectLst/>
                <a:uFillTx/>
                <a:latin typeface="Twentieth Century"/>
                <a:ea typeface="Twentieth Century"/>
              </a:defRPr>
            </a:lvl1pPr>
          </a:lstStyle>
          <a:p>
            <a:pPr indent="0" algn="r">
              <a:lnSpc>
                <a:spcPct val="100000"/>
              </a:lnSpc>
              <a:buNone/>
              <a:tabLst>
                <a:tab pos="0" algn="l"/>
              </a:tabLst>
            </a:pPr>
            <a:fld id="{4719676F-58B9-4429-9F69-5C60F22CC2D5}" type="slidenum">
              <a:rPr lang="en-US" sz="4800" b="0" u="none" strike="noStrike">
                <a:solidFill>
                  <a:schemeClr val="dk1"/>
                </a:solidFill>
                <a:effectLst/>
                <a:uFillTx/>
                <a:latin typeface="Twentieth Century"/>
                <a:ea typeface="Twentieth Century"/>
              </a:rPr>
              <a:t>‹#›</a:t>
            </a:fld>
            <a:endParaRPr lang="en-US" sz="4800" b="0" u="none" strike="noStrike">
              <a:solidFill>
                <a:srgbClr val="000000"/>
              </a:solidFill>
              <a:effectLst/>
              <a:uFillTx/>
              <a:latin typeface="Times New Roman"/>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_ONLY">
    <p:bg>
      <p:bgPr>
        <a:gradFill rotWithShape="0">
          <a:gsLst>
            <a:gs pos="0">
              <a:srgbClr val="FFFFFF"/>
            </a:gs>
            <a:gs pos="100000">
              <a:srgbClr val="B7B7B7"/>
            </a:gs>
          </a:gsLst>
          <a:lin ang="5400000"/>
        </a:gradFill>
        <a:effectLst/>
      </p:bgPr>
    </p:bg>
    <p:spTree>
      <p:nvGrpSpPr>
        <p:cNvPr id="1" name=""/>
        <p:cNvGrpSpPr/>
        <p:nvPr/>
      </p:nvGrpSpPr>
      <p:grpSpPr>
        <a:xfrm>
          <a:off x="0" y="0"/>
          <a:ext cx="0" cy="0"/>
          <a:chOff x="0" y="0"/>
          <a:chExt cx="0" cy="0"/>
        </a:xfrm>
      </p:grpSpPr>
      <p:pic>
        <p:nvPicPr>
          <p:cNvPr id="127" name="Google Shape;6;p2" descr="\\DROBO-FS\QuickDrops\JB\PPTX NG\Droplets\LightingOverlay.png"/>
          <p:cNvPicPr/>
          <p:nvPr/>
        </p:nvPicPr>
        <p:blipFill>
          <a:blip r:embed="rId2"/>
          <a:stretch/>
        </p:blipFill>
        <p:spPr>
          <a:xfrm>
            <a:off x="0" y="0"/>
            <a:ext cx="43890840" cy="32918040"/>
          </a:xfrm>
          <a:prstGeom prst="rect">
            <a:avLst/>
          </a:prstGeom>
          <a:noFill/>
          <a:ln w="0">
            <a:noFill/>
          </a:ln>
        </p:spPr>
      </p:pic>
      <p:pic>
        <p:nvPicPr>
          <p:cNvPr id="128" name="Google Shape;58;p9" descr="Droplets-SD-Content-R1d.png"/>
          <p:cNvPicPr/>
          <p:nvPr/>
        </p:nvPicPr>
        <p:blipFill>
          <a:blip r:embed="rId3"/>
          <a:stretch/>
        </p:blipFill>
        <p:spPr>
          <a:xfrm>
            <a:off x="0" y="0"/>
            <a:ext cx="43890840" cy="32918040"/>
          </a:xfrm>
          <a:prstGeom prst="rect">
            <a:avLst/>
          </a:prstGeom>
          <a:noFill/>
          <a:ln w="0">
            <a:noFill/>
          </a:ln>
        </p:spPr>
      </p:pic>
      <p:sp>
        <p:nvSpPr>
          <p:cNvPr id="129" name="PlaceHolder 1"/>
          <p:cNvSpPr>
            <a:spLocks noGrp="1"/>
          </p:cNvSpPr>
          <p:nvPr>
            <p:ph type="title"/>
          </p:nvPr>
        </p:nvSpPr>
        <p:spPr>
          <a:xfrm>
            <a:off x="3289680" y="2968920"/>
            <a:ext cx="37311840" cy="7661160"/>
          </a:xfrm>
          <a:prstGeom prst="rect">
            <a:avLst/>
          </a:prstGeom>
          <a:noFill/>
          <a:ln w="0">
            <a:noFill/>
          </a:ln>
        </p:spPr>
        <p:txBody>
          <a:bodyPr lIns="91440" tIns="45720" rIns="91440" bIns="45720" anchor="ctr">
            <a:normAutofit/>
          </a:bodyPr>
          <a:lstStyle/>
          <a:p>
            <a:pPr indent="0">
              <a:buNone/>
            </a:pPr>
            <a:r>
              <a:rPr lang="en-US" sz="17280" b="0" u="none" strike="noStrike">
                <a:solidFill>
                  <a:srgbClr val="000000"/>
                </a:solidFill>
                <a:effectLst/>
                <a:uFillTx/>
                <a:latin typeface="Arial"/>
              </a:rPr>
              <a:t>Click to edit the title text format</a:t>
            </a:r>
          </a:p>
        </p:txBody>
      </p:sp>
      <p:sp>
        <p:nvSpPr>
          <p:cNvPr id="130" name="PlaceHolder 2"/>
          <p:cNvSpPr>
            <a:spLocks noGrp="1"/>
          </p:cNvSpPr>
          <p:nvPr>
            <p:ph type="dt" idx="46"/>
          </p:nvPr>
        </p:nvSpPr>
        <p:spPr>
          <a:xfrm>
            <a:off x="27643320" y="28239840"/>
            <a:ext cx="9875160" cy="17521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&lt;date/time&gt;</a:t>
            </a:r>
          </a:p>
        </p:txBody>
      </p:sp>
      <p:sp>
        <p:nvSpPr>
          <p:cNvPr id="131" name="PlaceHolder 3"/>
          <p:cNvSpPr>
            <a:spLocks noGrp="1"/>
          </p:cNvSpPr>
          <p:nvPr>
            <p:ph type="ftr" idx="47"/>
          </p:nvPr>
        </p:nvSpPr>
        <p:spPr>
          <a:xfrm>
            <a:off x="3289680" y="28239840"/>
            <a:ext cx="24022080" cy="17521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32" name="PlaceHolder 4"/>
          <p:cNvSpPr>
            <a:spLocks noGrp="1"/>
          </p:cNvSpPr>
          <p:nvPr>
            <p:ph type="sldNum" idx="48"/>
          </p:nvPr>
        </p:nvSpPr>
        <p:spPr>
          <a:xfrm>
            <a:off x="37850400" y="28239840"/>
            <a:ext cx="2750760" cy="17521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4800" b="0" u="none" strike="noStrike">
                <a:solidFill>
                  <a:schemeClr val="dk1"/>
                </a:solidFill>
                <a:effectLst/>
                <a:uFillTx/>
                <a:latin typeface="Twentieth Century"/>
                <a:ea typeface="Twentieth Century"/>
              </a:defRPr>
            </a:lvl1pPr>
          </a:lstStyle>
          <a:p>
            <a:pPr indent="0" algn="r">
              <a:lnSpc>
                <a:spcPct val="100000"/>
              </a:lnSpc>
              <a:buNone/>
              <a:tabLst>
                <a:tab pos="0" algn="l"/>
              </a:tabLst>
            </a:pPr>
            <a:fld id="{B28D9745-B530-4838-9FEE-EB77F761DB3C}" type="slidenum">
              <a:rPr lang="en-US" sz="4800" b="0" u="none" strike="noStrike">
                <a:solidFill>
                  <a:schemeClr val="dk1"/>
                </a:solidFill>
                <a:effectLst/>
                <a:uFillTx/>
                <a:latin typeface="Twentieth Century"/>
                <a:ea typeface="Twentieth Century"/>
              </a:rPr>
              <a:t>‹#›</a:t>
            </a:fld>
            <a:endParaRPr lang="en-US" sz="4800" b="0" u="none" strike="noStrike">
              <a:solidFill>
                <a:srgbClr val="000000"/>
              </a:solidFill>
              <a:effectLst/>
              <a:uFillTx/>
              <a:latin typeface="Times New Roman"/>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bg>
      <p:bgPr>
        <a:gradFill rotWithShape="0">
          <a:gsLst>
            <a:gs pos="0">
              <a:srgbClr val="FFFFFF"/>
            </a:gs>
            <a:gs pos="100000">
              <a:srgbClr val="B7B7B7"/>
            </a:gs>
          </a:gsLst>
          <a:lin ang="5400000"/>
        </a:gradFill>
        <a:effectLst/>
      </p:bgPr>
    </p:bg>
    <p:spTree>
      <p:nvGrpSpPr>
        <p:cNvPr id="1" name=""/>
        <p:cNvGrpSpPr/>
        <p:nvPr/>
      </p:nvGrpSpPr>
      <p:grpSpPr>
        <a:xfrm>
          <a:off x="0" y="0"/>
          <a:ext cx="0" cy="0"/>
          <a:chOff x="0" y="0"/>
          <a:chExt cx="0" cy="0"/>
        </a:xfrm>
      </p:grpSpPr>
      <p:pic>
        <p:nvPicPr>
          <p:cNvPr id="133" name="Google Shape;6;p2" descr="\\DROBO-FS\QuickDrops\JB\PPTX NG\Droplets\LightingOverlay.png"/>
          <p:cNvPicPr/>
          <p:nvPr/>
        </p:nvPicPr>
        <p:blipFill>
          <a:blip r:embed="rId2"/>
          <a:stretch/>
        </p:blipFill>
        <p:spPr>
          <a:xfrm>
            <a:off x="0" y="0"/>
            <a:ext cx="43890840" cy="32918040"/>
          </a:xfrm>
          <a:prstGeom prst="rect">
            <a:avLst/>
          </a:prstGeom>
          <a:noFill/>
          <a:ln w="0">
            <a:noFill/>
          </a:ln>
        </p:spPr>
      </p:pic>
      <p:pic>
        <p:nvPicPr>
          <p:cNvPr id="134" name="Google Shape;64;p10" descr="Droplets-SD-Content-R1d.png"/>
          <p:cNvPicPr/>
          <p:nvPr/>
        </p:nvPicPr>
        <p:blipFill>
          <a:blip r:embed="rId3"/>
          <a:stretch/>
        </p:blipFill>
        <p:spPr>
          <a:xfrm>
            <a:off x="0" y="0"/>
            <a:ext cx="43890840" cy="32918040"/>
          </a:xfrm>
          <a:prstGeom prst="rect">
            <a:avLst/>
          </a:prstGeom>
          <a:noFill/>
          <a:ln w="0">
            <a:noFill/>
          </a:ln>
        </p:spPr>
      </p:pic>
      <p:sp>
        <p:nvSpPr>
          <p:cNvPr id="135" name="PlaceHolder 1"/>
          <p:cNvSpPr>
            <a:spLocks noGrp="1"/>
          </p:cNvSpPr>
          <p:nvPr>
            <p:ph type="dt" idx="49"/>
          </p:nvPr>
        </p:nvSpPr>
        <p:spPr>
          <a:xfrm>
            <a:off x="27643320" y="28239840"/>
            <a:ext cx="9875160" cy="17521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&lt;date/time&gt;</a:t>
            </a:r>
          </a:p>
        </p:txBody>
      </p:sp>
      <p:sp>
        <p:nvSpPr>
          <p:cNvPr id="136" name="PlaceHolder 2"/>
          <p:cNvSpPr>
            <a:spLocks noGrp="1"/>
          </p:cNvSpPr>
          <p:nvPr>
            <p:ph type="ftr" idx="50"/>
          </p:nvPr>
        </p:nvSpPr>
        <p:spPr>
          <a:xfrm>
            <a:off x="3289680" y="28239840"/>
            <a:ext cx="24022080" cy="17521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37" name="PlaceHolder 3"/>
          <p:cNvSpPr>
            <a:spLocks noGrp="1"/>
          </p:cNvSpPr>
          <p:nvPr>
            <p:ph type="sldNum" idx="51"/>
          </p:nvPr>
        </p:nvSpPr>
        <p:spPr>
          <a:xfrm>
            <a:off x="37850400" y="28239840"/>
            <a:ext cx="2750760" cy="17521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4800" b="0" u="none" strike="noStrike">
                <a:solidFill>
                  <a:schemeClr val="dk1"/>
                </a:solidFill>
                <a:effectLst/>
                <a:uFillTx/>
                <a:latin typeface="Twentieth Century"/>
                <a:ea typeface="Twentieth Century"/>
              </a:defRPr>
            </a:lvl1pPr>
          </a:lstStyle>
          <a:p>
            <a:pPr indent="0" algn="r">
              <a:lnSpc>
                <a:spcPct val="100000"/>
              </a:lnSpc>
              <a:buNone/>
              <a:tabLst>
                <a:tab pos="0" algn="l"/>
              </a:tabLst>
            </a:pPr>
            <a:fld id="{0AFC56AE-DA45-4E84-BCDB-9FFDFAEA2487}" type="slidenum">
              <a:rPr lang="en-US" sz="4800" b="0" u="none" strike="noStrike">
                <a:solidFill>
                  <a:schemeClr val="dk1"/>
                </a:solidFill>
                <a:effectLst/>
                <a:uFillTx/>
                <a:latin typeface="Twentieth Century"/>
                <a:ea typeface="Twentieth Century"/>
              </a:rPr>
              <a:t>‹#›</a:t>
            </a:fld>
            <a:endParaRPr lang="en-US" sz="4800" b="0" u="none" strike="noStrike">
              <a:solidFill>
                <a:srgbClr val="000000"/>
              </a:solidFill>
              <a:effectLst/>
              <a:uFillTx/>
              <a:latin typeface="Times New Roman"/>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OBJECT_WITH_CAPTION_TEXT">
    <p:bg>
      <p:bgPr>
        <a:gradFill rotWithShape="0">
          <a:gsLst>
            <a:gs pos="0">
              <a:srgbClr val="FFFFFF"/>
            </a:gs>
            <a:gs pos="100000">
              <a:srgbClr val="B7B7B7"/>
            </a:gs>
          </a:gsLst>
          <a:lin ang="5400000"/>
        </a:gradFill>
        <a:effectLst/>
      </p:bgPr>
    </p:bg>
    <p:spTree>
      <p:nvGrpSpPr>
        <p:cNvPr id="1" name=""/>
        <p:cNvGrpSpPr/>
        <p:nvPr/>
      </p:nvGrpSpPr>
      <p:grpSpPr>
        <a:xfrm>
          <a:off x="0" y="0"/>
          <a:ext cx="0" cy="0"/>
          <a:chOff x="0" y="0"/>
          <a:chExt cx="0" cy="0"/>
        </a:xfrm>
      </p:grpSpPr>
      <p:pic>
        <p:nvPicPr>
          <p:cNvPr id="138" name="Google Shape;6;p2" descr="\\DROBO-FS\QuickDrops\JB\PPTX NG\Droplets\LightingOverlay.png"/>
          <p:cNvPicPr/>
          <p:nvPr/>
        </p:nvPicPr>
        <p:blipFill>
          <a:blip r:embed="rId2"/>
          <a:stretch/>
        </p:blipFill>
        <p:spPr>
          <a:xfrm>
            <a:off x="0" y="0"/>
            <a:ext cx="43890840" cy="32918040"/>
          </a:xfrm>
          <a:prstGeom prst="rect">
            <a:avLst/>
          </a:prstGeom>
          <a:noFill/>
          <a:ln w="0">
            <a:noFill/>
          </a:ln>
        </p:spPr>
      </p:pic>
      <p:pic>
        <p:nvPicPr>
          <p:cNvPr id="139" name="Google Shape;69;p11" descr="Droplets-SD-Content-R1d.png"/>
          <p:cNvPicPr/>
          <p:nvPr/>
        </p:nvPicPr>
        <p:blipFill>
          <a:blip r:embed="rId3"/>
          <a:stretch/>
        </p:blipFill>
        <p:spPr>
          <a:xfrm>
            <a:off x="0" y="0"/>
            <a:ext cx="43890840" cy="32918040"/>
          </a:xfrm>
          <a:prstGeom prst="rect">
            <a:avLst/>
          </a:prstGeom>
          <a:noFill/>
          <a:ln w="0">
            <a:noFill/>
          </a:ln>
        </p:spPr>
      </p:pic>
      <p:sp>
        <p:nvSpPr>
          <p:cNvPr id="140" name="PlaceHolder 1"/>
          <p:cNvSpPr>
            <a:spLocks noGrp="1"/>
          </p:cNvSpPr>
          <p:nvPr>
            <p:ph type="title"/>
          </p:nvPr>
        </p:nvSpPr>
        <p:spPr>
          <a:xfrm>
            <a:off x="3289680" y="2926080"/>
            <a:ext cx="14168160" cy="9711360"/>
          </a:xfrm>
          <a:prstGeom prst="rect">
            <a:avLst/>
          </a:prstGeom>
          <a:noFill/>
          <a:ln w="0">
            <a:noFill/>
          </a:ln>
        </p:spPr>
        <p:txBody>
          <a:bodyPr lIns="91440" tIns="45720" rIns="91440" bIns="45720" anchor="b">
            <a:normAutofit/>
          </a:bodyPr>
          <a:lstStyle/>
          <a:p>
            <a:pPr indent="0">
              <a:buNone/>
            </a:pPr>
            <a:r>
              <a:rPr lang="en-US" sz="15360" b="0" u="none" strike="noStrike">
                <a:solidFill>
                  <a:srgbClr val="000000"/>
                </a:solidFill>
                <a:effectLst/>
                <a:uFillTx/>
                <a:latin typeface="Arial"/>
              </a:rPr>
              <a:t>Click to edit the title text format</a:t>
            </a:r>
          </a:p>
        </p:txBody>
      </p:sp>
      <p:sp>
        <p:nvSpPr>
          <p:cNvPr id="141" name="PlaceHolder 2"/>
          <p:cNvSpPr>
            <a:spLocks noGrp="1"/>
          </p:cNvSpPr>
          <p:nvPr>
            <p:ph type="body"/>
          </p:nvPr>
        </p:nvSpPr>
        <p:spPr>
          <a:xfrm>
            <a:off x="18281160" y="2926080"/>
            <a:ext cx="22320360" cy="24871320"/>
          </a:xfrm>
          <a:prstGeom prst="rect">
            <a:avLst/>
          </a:prstGeom>
          <a:noFill/>
          <a:ln w="0">
            <a:noFill/>
          </a:ln>
        </p:spPr>
        <p:txBody>
          <a:bodyPr lIns="91440" tIns="45720" rIns="91440" bIns="45720" anchor="t">
            <a:normAutofit/>
          </a:bodyPr>
          <a:lstStyle/>
          <a:p>
            <a:pPr marL="432000" indent="-324000">
              <a:spcBef>
                <a:spcPts val="1417"/>
              </a:spcBef>
              <a:buClr>
                <a:srgbClr val="000000"/>
              </a:buClr>
              <a:buSzPct val="45000"/>
              <a:buFont typeface="Wingdings" charset="2"/>
              <a:buChar char=""/>
            </a:pPr>
            <a:r>
              <a:rPr lang="en-US" sz="9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9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9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9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9600" b="0" u="none" strike="noStrike">
                <a:solidFill>
                  <a:srgbClr val="000000"/>
                </a:solidFill>
                <a:effectLst/>
                <a:uFillTx/>
                <a:latin typeface="Arial"/>
              </a:rPr>
              <a:t>Seventh Outline Level</a:t>
            </a:r>
          </a:p>
        </p:txBody>
      </p:sp>
      <p:sp>
        <p:nvSpPr>
          <p:cNvPr id="142" name="PlaceHolder 3"/>
          <p:cNvSpPr>
            <a:spLocks noGrp="1"/>
          </p:cNvSpPr>
          <p:nvPr>
            <p:ph type="body"/>
          </p:nvPr>
        </p:nvSpPr>
        <p:spPr>
          <a:xfrm>
            <a:off x="3289680" y="12637800"/>
            <a:ext cx="14168160" cy="15159600"/>
          </a:xfrm>
          <a:prstGeom prst="rect">
            <a:avLst/>
          </a:prstGeom>
          <a:noFill/>
          <a:ln w="0">
            <a:noFill/>
          </a:ln>
        </p:spPr>
        <p:txBody>
          <a:bodyPr lIns="91440" tIns="45720" rIns="91440" bIns="45720" anchor="t">
            <a:normAutofit/>
          </a:bodyPr>
          <a:lstStyle/>
          <a:p>
            <a:pPr marL="432000" indent="-324000">
              <a:spcBef>
                <a:spcPts val="1417"/>
              </a:spcBef>
              <a:buClr>
                <a:srgbClr val="000000"/>
              </a:buClr>
              <a:buSzPct val="45000"/>
              <a:buFont typeface="Wingdings" charset="2"/>
              <a:buChar char=""/>
            </a:pPr>
            <a:r>
              <a:rPr lang="en-US" sz="768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768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768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768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7680" b="0" u="none" strike="noStrike">
                <a:solidFill>
                  <a:srgbClr val="000000"/>
                </a:solidFill>
                <a:effectLst/>
                <a:uFillTx/>
                <a:latin typeface="Arial"/>
              </a:rPr>
              <a:t>Seventh Outline Level</a:t>
            </a:r>
          </a:p>
        </p:txBody>
      </p:sp>
      <p:sp>
        <p:nvSpPr>
          <p:cNvPr id="143" name="PlaceHolder 4"/>
          <p:cNvSpPr>
            <a:spLocks noGrp="1"/>
          </p:cNvSpPr>
          <p:nvPr>
            <p:ph type="dt" idx="52"/>
          </p:nvPr>
        </p:nvSpPr>
        <p:spPr>
          <a:xfrm>
            <a:off x="27643320" y="28239840"/>
            <a:ext cx="9875160" cy="17521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&lt;date/time&gt;</a:t>
            </a:r>
          </a:p>
        </p:txBody>
      </p:sp>
      <p:sp>
        <p:nvSpPr>
          <p:cNvPr id="144" name="PlaceHolder 5"/>
          <p:cNvSpPr>
            <a:spLocks noGrp="1"/>
          </p:cNvSpPr>
          <p:nvPr>
            <p:ph type="ftr" idx="53"/>
          </p:nvPr>
        </p:nvSpPr>
        <p:spPr>
          <a:xfrm>
            <a:off x="3289680" y="28239840"/>
            <a:ext cx="24022080" cy="17521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45" name="PlaceHolder 6"/>
          <p:cNvSpPr>
            <a:spLocks noGrp="1"/>
          </p:cNvSpPr>
          <p:nvPr>
            <p:ph type="sldNum" idx="54"/>
          </p:nvPr>
        </p:nvSpPr>
        <p:spPr>
          <a:xfrm>
            <a:off x="37850400" y="28239840"/>
            <a:ext cx="2750760" cy="17521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4800" b="0" u="none" strike="noStrike">
                <a:solidFill>
                  <a:schemeClr val="dk1"/>
                </a:solidFill>
                <a:effectLst/>
                <a:uFillTx/>
                <a:latin typeface="Twentieth Century"/>
                <a:ea typeface="Twentieth Century"/>
              </a:defRPr>
            </a:lvl1pPr>
          </a:lstStyle>
          <a:p>
            <a:pPr indent="0" algn="r">
              <a:lnSpc>
                <a:spcPct val="100000"/>
              </a:lnSpc>
              <a:buNone/>
              <a:tabLst>
                <a:tab pos="0" algn="l"/>
              </a:tabLst>
            </a:pPr>
            <a:fld id="{FB878414-EC98-4A94-94B9-EEB1614D4FD0}" type="slidenum">
              <a:rPr lang="en-US" sz="4800" b="0" u="none" strike="noStrike">
                <a:solidFill>
                  <a:schemeClr val="dk1"/>
                </a:solidFill>
                <a:effectLst/>
                <a:uFillTx/>
                <a:latin typeface="Twentieth Century"/>
                <a:ea typeface="Twentieth Century"/>
              </a:rPr>
              <a:t>‹#›</a:t>
            </a:fld>
            <a:endParaRPr lang="en-US" sz="48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gif"/><Relationship Id="rId3" Type="http://schemas.openxmlformats.org/officeDocument/2006/relationships/image" Target="../media/image4.png"/><Relationship Id="rId7" Type="http://schemas.openxmlformats.org/officeDocument/2006/relationships/image" Target="../media/image8.jpeg"/><Relationship Id="rId12"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jpeg"/><Relationship Id="rId11" Type="http://schemas.openxmlformats.org/officeDocument/2006/relationships/image" Target="../media/image12.jpeg"/><Relationship Id="rId5" Type="http://schemas.openxmlformats.org/officeDocument/2006/relationships/image" Target="../media/image6.png"/><Relationship Id="rId10" Type="http://schemas.openxmlformats.org/officeDocument/2006/relationships/image" Target="../media/image11.jpeg"/><Relationship Id="rId4" Type="http://schemas.openxmlformats.org/officeDocument/2006/relationships/image" Target="../media/image5.pn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60000"/>
            <a:lumOff val="40000"/>
          </a:schemeClr>
        </a:solidFill>
        <a:effectLst/>
      </p:bgPr>
    </p:bg>
    <p:spTree>
      <p:nvGrpSpPr>
        <p:cNvPr id="1" name="Shape 160"/>
        <p:cNvGrpSpPr/>
        <p:nvPr/>
      </p:nvGrpSpPr>
      <p:grpSpPr>
        <a:xfrm>
          <a:off x="0" y="0"/>
          <a:ext cx="0" cy="0"/>
          <a:chOff x="0" y="0"/>
          <a:chExt cx="0" cy="0"/>
        </a:xfrm>
      </p:grpSpPr>
      <p:grpSp>
        <p:nvGrpSpPr>
          <p:cNvPr id="146" name="Google Shape;162;p1"/>
          <p:cNvGrpSpPr/>
          <p:nvPr/>
        </p:nvGrpSpPr>
        <p:grpSpPr>
          <a:xfrm>
            <a:off x="13047120" y="4745160"/>
            <a:ext cx="17791200" cy="11428560"/>
            <a:chOff x="13047120" y="4745160"/>
            <a:chExt cx="17791200" cy="11428560"/>
          </a:xfrm>
        </p:grpSpPr>
        <p:sp>
          <p:nvSpPr>
            <p:cNvPr id="147" name="Google Shape;163;p1"/>
            <p:cNvSpPr/>
            <p:nvPr/>
          </p:nvSpPr>
          <p:spPr>
            <a:xfrm>
              <a:off x="13047120" y="4745160"/>
              <a:ext cx="17791200" cy="11428560"/>
            </a:xfrm>
            <a:prstGeom prst="rect">
              <a:avLst/>
            </a:prstGeom>
            <a:solidFill>
              <a:schemeClr val="lt1"/>
            </a:solidFill>
            <a:ln w="88900">
              <a:solidFill>
                <a:srgbClr val="00B050"/>
              </a:solidFill>
              <a:round/>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n-US" sz="1800" b="0" u="none" strike="noStrike">
                <a:solidFill>
                  <a:schemeClr val="lt1"/>
                </a:solidFill>
                <a:effectLst/>
                <a:uFillTx/>
                <a:latin typeface="Twentieth Century"/>
                <a:ea typeface="Twentieth Century"/>
              </a:endParaRPr>
            </a:p>
          </p:txBody>
        </p:sp>
        <p:sp>
          <p:nvSpPr>
            <p:cNvPr id="148" name="Google Shape;164;p1"/>
            <p:cNvSpPr/>
            <p:nvPr/>
          </p:nvSpPr>
          <p:spPr>
            <a:xfrm>
              <a:off x="18273600" y="5049360"/>
              <a:ext cx="6610320" cy="737280"/>
            </a:xfrm>
            <a:prstGeom prst="rect">
              <a:avLst/>
            </a:prstGeom>
            <a:noFill/>
            <a:ln w="0">
              <a:noFill/>
            </a:ln>
          </p:spPr>
          <p:style>
            <a:lnRef idx="0">
              <a:scrgbClr r="0" g="0" b="0"/>
            </a:lnRef>
            <a:fillRef idx="0">
              <a:scrgbClr r="0" g="0" b="0"/>
            </a:fillRef>
            <a:effectRef idx="0">
              <a:scrgbClr r="0" g="0" b="0"/>
            </a:effectRef>
            <a:fontRef idx="minor"/>
          </p:style>
          <p:txBody>
            <a:bodyPr lIns="0" tIns="45720" rIns="0" bIns="45720" anchor="t">
              <a:spAutoFit/>
            </a:bodyPr>
            <a:lstStyle/>
            <a:p>
              <a:pPr algn="ctr">
                <a:lnSpc>
                  <a:spcPct val="100000"/>
                </a:lnSpc>
                <a:tabLst>
                  <a:tab pos="0" algn="l"/>
                </a:tabLst>
              </a:pPr>
              <a:r>
                <a:rPr lang="en-US" sz="4200" b="1" strike="noStrike">
                  <a:solidFill>
                    <a:schemeClr val="dk1"/>
                  </a:solidFill>
                  <a:effectLst/>
                  <a:uFillTx/>
                  <a:latin typeface="Arial"/>
                  <a:ea typeface="Arial"/>
                </a:rPr>
                <a:t>Hardware Diagram</a:t>
              </a:r>
              <a:endParaRPr lang="en-US" sz="4200" b="0" strike="noStrike">
                <a:solidFill>
                  <a:schemeClr val="dk1"/>
                </a:solidFill>
                <a:effectLst/>
                <a:uFillTx/>
                <a:latin typeface="Arial"/>
              </a:endParaRPr>
            </a:p>
          </p:txBody>
        </p:sp>
      </p:grpSp>
      <p:grpSp>
        <p:nvGrpSpPr>
          <p:cNvPr id="149" name="Google Shape;167;p1"/>
          <p:cNvGrpSpPr/>
          <p:nvPr/>
        </p:nvGrpSpPr>
        <p:grpSpPr>
          <a:xfrm>
            <a:off x="520920" y="505080"/>
            <a:ext cx="42808680" cy="3700440"/>
            <a:chOff x="520920" y="505080"/>
            <a:chExt cx="42808680" cy="3700440"/>
          </a:xfrm>
        </p:grpSpPr>
        <p:grpSp>
          <p:nvGrpSpPr>
            <p:cNvPr id="150" name="Google Shape;168;p1"/>
            <p:cNvGrpSpPr/>
            <p:nvPr/>
          </p:nvGrpSpPr>
          <p:grpSpPr>
            <a:xfrm>
              <a:off x="520920" y="505080"/>
              <a:ext cx="42808680" cy="3700440"/>
              <a:chOff x="520920" y="505080"/>
              <a:chExt cx="42808680" cy="3700440"/>
            </a:xfrm>
          </p:grpSpPr>
          <p:grpSp>
            <p:nvGrpSpPr>
              <p:cNvPr id="151" name="Google Shape;169;p1"/>
              <p:cNvGrpSpPr/>
              <p:nvPr/>
            </p:nvGrpSpPr>
            <p:grpSpPr>
              <a:xfrm>
                <a:off x="520920" y="505080"/>
                <a:ext cx="42808680" cy="3700440"/>
                <a:chOff x="520920" y="505080"/>
                <a:chExt cx="42808680" cy="3700440"/>
              </a:xfrm>
            </p:grpSpPr>
            <p:sp>
              <p:nvSpPr>
                <p:cNvPr id="152" name="Google Shape;170;p1"/>
                <p:cNvSpPr/>
                <p:nvPr/>
              </p:nvSpPr>
              <p:spPr>
                <a:xfrm>
                  <a:off x="520920" y="505080"/>
                  <a:ext cx="42808680" cy="3700440"/>
                </a:xfrm>
                <a:prstGeom prst="rect">
                  <a:avLst/>
                </a:prstGeom>
                <a:solidFill>
                  <a:schemeClr val="lt1"/>
                </a:solidFill>
                <a:ln w="76200">
                  <a:solidFill>
                    <a:srgbClr val="00B050"/>
                  </a:solidFill>
                  <a:round/>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n-US" sz="1800" b="0" u="none" strike="noStrike">
                    <a:solidFill>
                      <a:schemeClr val="lt1"/>
                    </a:solidFill>
                    <a:effectLst/>
                    <a:uFillTx/>
                    <a:latin typeface="Twentieth Century"/>
                    <a:ea typeface="Twentieth Century"/>
                  </a:endParaRPr>
                </a:p>
              </p:txBody>
            </p:sp>
            <p:sp>
              <p:nvSpPr>
                <p:cNvPr id="153" name="Google Shape;171;p1"/>
                <p:cNvSpPr/>
                <p:nvPr/>
              </p:nvSpPr>
              <p:spPr>
                <a:xfrm>
                  <a:off x="3797640" y="2655720"/>
                  <a:ext cx="36255600" cy="830997"/>
                </a:xfrm>
                <a:prstGeom prst="rect">
                  <a:avLst/>
                </a:prstGeom>
                <a:noFill/>
                <a:ln w="0">
                  <a:noFill/>
                </a:ln>
              </p:spPr>
              <p:style>
                <a:lnRef idx="0">
                  <a:scrgbClr r="0" g="0" b="0"/>
                </a:lnRef>
                <a:fillRef idx="0">
                  <a:scrgbClr r="0" g="0" b="0"/>
                </a:fillRef>
                <a:effectRef idx="0">
                  <a:scrgbClr r="0" g="0" b="0"/>
                </a:effectRef>
                <a:fontRef idx="minor"/>
              </p:style>
              <p:txBody>
                <a:bodyPr lIns="0" tIns="45720" rIns="0" bIns="45720" anchor="t">
                  <a:spAutoFit/>
                </a:bodyPr>
                <a:lstStyle/>
                <a:p>
                  <a:pPr algn="ctr">
                    <a:lnSpc>
                      <a:spcPct val="100000"/>
                    </a:lnSpc>
                    <a:tabLst>
                      <a:tab pos="0" algn="l"/>
                    </a:tabLst>
                  </a:pPr>
                  <a:r>
                    <a:rPr lang="en-US" sz="4800" b="0" u="none" strike="noStrike">
                      <a:solidFill>
                        <a:schemeClr val="dk1"/>
                      </a:solidFill>
                      <a:effectLst/>
                      <a:uFillTx/>
                      <a:latin typeface="Times New Roman"/>
                      <a:ea typeface="Calibri"/>
                      <a:cs typeface="Times New Roman"/>
                    </a:rPr>
                    <a:t>Noah Schatz, Diego Cummins, Jessy Pena, Jose Aguirre, Christina Walker</a:t>
                  </a:r>
                </a:p>
              </p:txBody>
            </p:sp>
          </p:grpSp>
          <p:sp>
            <p:nvSpPr>
              <p:cNvPr id="154" name="Google Shape;172;p1"/>
              <p:cNvSpPr/>
              <p:nvPr/>
            </p:nvSpPr>
            <p:spPr>
              <a:xfrm>
                <a:off x="12923640" y="994680"/>
                <a:ext cx="18991080" cy="1446120"/>
              </a:xfrm>
              <a:prstGeom prst="rect">
                <a:avLst/>
              </a:prstGeom>
              <a:noFill/>
              <a:ln w="0">
                <a:noFill/>
              </a:ln>
            </p:spPr>
            <p:style>
              <a:lnRef idx="0">
                <a:scrgbClr r="0" g="0" b="0"/>
              </a:lnRef>
              <a:fillRef idx="0">
                <a:scrgbClr r="0" g="0" b="0"/>
              </a:fillRef>
              <a:effectRef idx="0">
                <a:scrgbClr r="0" g="0" b="0"/>
              </a:effectRef>
              <a:fontRef idx="minor"/>
            </p:style>
            <p:txBody>
              <a:bodyPr lIns="91440" tIns="45720" rIns="91440" bIns="45720" anchor="t">
                <a:spAutoFit/>
              </a:bodyPr>
              <a:lstStyle/>
              <a:p>
                <a:pPr algn="ctr">
                  <a:lnSpc>
                    <a:spcPct val="100000"/>
                  </a:lnSpc>
                  <a:tabLst>
                    <a:tab pos="0" algn="l"/>
                  </a:tabLst>
                </a:pPr>
                <a:r>
                  <a:rPr lang="en-US" sz="8800" b="1" u="none" strike="noStrike">
                    <a:solidFill>
                      <a:schemeClr val="dk1"/>
                    </a:solidFill>
                    <a:effectLst/>
                    <a:uFillTx/>
                    <a:latin typeface="Times New Roman"/>
                    <a:ea typeface="Calibri"/>
                    <a:cs typeface="Times New Roman"/>
                  </a:rPr>
                  <a:t>Self-Defense Device (Zeus)</a:t>
                </a:r>
                <a:endParaRPr lang="en-US" sz="8800" b="0" u="none" strike="noStrike">
                  <a:solidFill>
                    <a:schemeClr val="dk1"/>
                  </a:solidFill>
                  <a:effectLst/>
                  <a:uFillTx/>
                  <a:latin typeface="Times New Roman"/>
                  <a:ea typeface="Calibri"/>
                  <a:cs typeface="Times New Roman"/>
                </a:endParaRPr>
              </a:p>
            </p:txBody>
          </p:sp>
        </p:grpSp>
        <p:pic>
          <p:nvPicPr>
            <p:cNvPr id="155" name="Google Shape;173;p1"/>
            <p:cNvPicPr/>
            <p:nvPr/>
          </p:nvPicPr>
          <p:blipFill>
            <a:blip r:embed="rId3"/>
            <a:stretch/>
          </p:blipFill>
          <p:spPr>
            <a:xfrm>
              <a:off x="1367280" y="2686834"/>
              <a:ext cx="6508081" cy="1107206"/>
            </a:xfrm>
            <a:prstGeom prst="rect">
              <a:avLst/>
            </a:prstGeom>
            <a:noFill/>
            <a:ln w="0">
              <a:noFill/>
            </a:ln>
          </p:spPr>
        </p:pic>
      </p:grpSp>
      <p:grpSp>
        <p:nvGrpSpPr>
          <p:cNvPr id="156" name="Google Shape;175;p1"/>
          <p:cNvGrpSpPr/>
          <p:nvPr/>
        </p:nvGrpSpPr>
        <p:grpSpPr>
          <a:xfrm>
            <a:off x="31327920" y="20253960"/>
            <a:ext cx="11939040" cy="9563040"/>
            <a:chOff x="31327920" y="20253960"/>
            <a:chExt cx="11939040" cy="9563040"/>
          </a:xfrm>
        </p:grpSpPr>
        <p:sp>
          <p:nvSpPr>
            <p:cNvPr id="157" name="Google Shape;176;p1"/>
            <p:cNvSpPr/>
            <p:nvPr/>
          </p:nvSpPr>
          <p:spPr>
            <a:xfrm>
              <a:off x="31327920" y="20253960"/>
              <a:ext cx="11939040" cy="9563040"/>
            </a:xfrm>
            <a:prstGeom prst="rect">
              <a:avLst/>
            </a:prstGeom>
            <a:solidFill>
              <a:schemeClr val="lt1"/>
            </a:solidFill>
            <a:ln w="88900">
              <a:solidFill>
                <a:srgbClr val="00B050"/>
              </a:solidFill>
              <a:round/>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n-US" sz="1800" b="0" u="none" strike="noStrike">
                <a:solidFill>
                  <a:schemeClr val="lt1"/>
                </a:solidFill>
                <a:effectLst/>
                <a:uFillTx/>
                <a:latin typeface="Twentieth Century"/>
                <a:ea typeface="Twentieth Century"/>
              </a:endParaRPr>
            </a:p>
          </p:txBody>
        </p:sp>
        <p:sp>
          <p:nvSpPr>
            <p:cNvPr id="158" name="Google Shape;177;p1"/>
            <p:cNvSpPr/>
            <p:nvPr/>
          </p:nvSpPr>
          <p:spPr>
            <a:xfrm>
              <a:off x="33947280" y="20935440"/>
              <a:ext cx="7368840" cy="738664"/>
            </a:xfrm>
            <a:prstGeom prst="rect">
              <a:avLst/>
            </a:prstGeom>
            <a:noFill/>
            <a:ln w="0">
              <a:noFill/>
            </a:ln>
          </p:spPr>
          <p:style>
            <a:lnRef idx="0">
              <a:scrgbClr r="0" g="0" b="0"/>
            </a:lnRef>
            <a:fillRef idx="0">
              <a:scrgbClr r="0" g="0" b="0"/>
            </a:fillRef>
            <a:effectRef idx="0">
              <a:scrgbClr r="0" g="0" b="0"/>
            </a:effectRef>
            <a:fontRef idx="minor"/>
          </p:style>
          <p:txBody>
            <a:bodyPr lIns="0" tIns="45720" rIns="0" bIns="45720" anchor="t">
              <a:spAutoFit/>
            </a:bodyPr>
            <a:lstStyle/>
            <a:p>
              <a:pPr algn="ctr">
                <a:lnSpc>
                  <a:spcPct val="100000"/>
                </a:lnSpc>
                <a:tabLst>
                  <a:tab pos="0" algn="l"/>
                </a:tabLst>
              </a:pPr>
              <a:r>
                <a:rPr lang="en-US" sz="4200" b="1" strike="noStrike">
                  <a:solidFill>
                    <a:schemeClr val="dk1"/>
                  </a:solidFill>
                  <a:effectLst/>
                  <a:uFillTx/>
                  <a:latin typeface="Arial"/>
                  <a:ea typeface="Times New Roman"/>
                </a:rPr>
                <a:t>Work Breakdown Structure</a:t>
              </a:r>
              <a:endParaRPr lang="en-US" sz="4200" b="0" strike="noStrike">
                <a:solidFill>
                  <a:schemeClr val="dk1"/>
                </a:solidFill>
                <a:effectLst/>
                <a:uFillTx/>
                <a:latin typeface="Arial"/>
              </a:endParaRPr>
            </a:p>
          </p:txBody>
        </p:sp>
      </p:grpSp>
      <p:grpSp>
        <p:nvGrpSpPr>
          <p:cNvPr id="159" name="Google Shape;187;p1"/>
          <p:cNvGrpSpPr/>
          <p:nvPr/>
        </p:nvGrpSpPr>
        <p:grpSpPr>
          <a:xfrm>
            <a:off x="457200" y="4740120"/>
            <a:ext cx="12051720" cy="8057160"/>
            <a:chOff x="457200" y="4740120"/>
            <a:chExt cx="12051720" cy="8057160"/>
          </a:xfrm>
        </p:grpSpPr>
        <p:sp>
          <p:nvSpPr>
            <p:cNvPr id="160" name="Google Shape;188;p1"/>
            <p:cNvSpPr/>
            <p:nvPr/>
          </p:nvSpPr>
          <p:spPr>
            <a:xfrm>
              <a:off x="520920" y="4740120"/>
              <a:ext cx="11988000" cy="8057160"/>
            </a:xfrm>
            <a:prstGeom prst="rect">
              <a:avLst/>
            </a:prstGeom>
            <a:solidFill>
              <a:schemeClr val="lt1"/>
            </a:solidFill>
            <a:ln w="88900">
              <a:solidFill>
                <a:srgbClr val="00B050"/>
              </a:solidFill>
              <a:round/>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n-US" sz="1800" b="0" u="none" strike="noStrike">
                <a:solidFill>
                  <a:schemeClr val="lt1"/>
                </a:solidFill>
                <a:effectLst/>
                <a:uFillTx/>
                <a:latin typeface="Twentieth Century"/>
                <a:ea typeface="Twentieth Century"/>
              </a:endParaRPr>
            </a:p>
          </p:txBody>
        </p:sp>
        <p:sp>
          <p:nvSpPr>
            <p:cNvPr id="161" name="Google Shape;189;p1"/>
            <p:cNvSpPr/>
            <p:nvPr/>
          </p:nvSpPr>
          <p:spPr>
            <a:xfrm>
              <a:off x="4542840" y="4974840"/>
              <a:ext cx="3561120" cy="738360"/>
            </a:xfrm>
            <a:prstGeom prst="rect">
              <a:avLst/>
            </a:prstGeom>
            <a:noFill/>
            <a:ln w="0">
              <a:noFill/>
            </a:ln>
          </p:spPr>
          <p:style>
            <a:lnRef idx="0">
              <a:scrgbClr r="0" g="0" b="0"/>
            </a:lnRef>
            <a:fillRef idx="0">
              <a:scrgbClr r="0" g="0" b="0"/>
            </a:fillRef>
            <a:effectRef idx="0">
              <a:scrgbClr r="0" g="0" b="0"/>
            </a:effectRef>
            <a:fontRef idx="minor"/>
          </p:style>
          <p:txBody>
            <a:bodyPr lIns="0" tIns="45720" rIns="0" bIns="45720" anchor="t">
              <a:spAutoFit/>
            </a:bodyPr>
            <a:lstStyle/>
            <a:p>
              <a:pPr algn="ctr">
                <a:lnSpc>
                  <a:spcPct val="100000"/>
                </a:lnSpc>
                <a:tabLst>
                  <a:tab pos="0" algn="l"/>
                </a:tabLst>
              </a:pPr>
              <a:r>
                <a:rPr lang="en-US" sz="4200" b="1" strike="noStrike">
                  <a:solidFill>
                    <a:schemeClr val="dk1"/>
                  </a:solidFill>
                  <a:effectLst/>
                  <a:uFillTx/>
                  <a:latin typeface="Arial"/>
                  <a:ea typeface="Times New Roman"/>
                </a:rPr>
                <a:t>Abstract</a:t>
              </a:r>
              <a:endParaRPr lang="en-US" sz="4200" b="0" strike="noStrike">
                <a:solidFill>
                  <a:schemeClr val="dk1"/>
                </a:solidFill>
                <a:effectLst/>
                <a:uFillTx/>
                <a:latin typeface="Arial"/>
              </a:endParaRPr>
            </a:p>
          </p:txBody>
        </p:sp>
        <p:sp>
          <p:nvSpPr>
            <p:cNvPr id="162" name="Google Shape;190;p1"/>
            <p:cNvSpPr/>
            <p:nvPr/>
          </p:nvSpPr>
          <p:spPr>
            <a:xfrm>
              <a:off x="457200" y="6855469"/>
              <a:ext cx="11698742" cy="5016758"/>
            </a:xfrm>
            <a:prstGeom prst="rect">
              <a:avLst/>
            </a:prstGeom>
            <a:noFill/>
            <a:ln w="0">
              <a:noFill/>
            </a:ln>
          </p:spPr>
          <p:style>
            <a:lnRef idx="0">
              <a:scrgbClr r="0" g="0" b="0"/>
            </a:lnRef>
            <a:fillRef idx="0">
              <a:scrgbClr r="0" g="0" b="0"/>
            </a:fillRef>
            <a:effectRef idx="0">
              <a:scrgbClr r="0" g="0" b="0"/>
            </a:effectRef>
            <a:fontRef idx="minor"/>
          </p:style>
          <p:txBody>
            <a:bodyPr wrap="square" lIns="91440" tIns="45720" rIns="91440" bIns="45720" anchor="t">
              <a:spAutoFit/>
            </a:bodyPr>
            <a:lstStyle/>
            <a:p>
              <a:pPr marL="457200" algn="just"/>
              <a:r>
                <a:rPr lang="en-US" sz="3200" u="none" strike="noStrike">
                  <a:solidFill>
                    <a:schemeClr val="dk1"/>
                  </a:solidFill>
                  <a:effectLst/>
                  <a:uFillTx/>
                  <a:latin typeface="Times New Roman"/>
                  <a:ea typeface="Times New Roman"/>
                </a:rPr>
                <a:t>Zeus is a handheld self-defense device designed to protect school staff and civilians during active threat situations. It uses high-intensity sound and strobe lighting to temporarily disorient an attacker from a safe distance, buying critical time until law enforcement arrives. This device addresses the lack of effective, less-lethal safety tools. It focuses on a solution that is both easily accessible and compliant with regulations. Zeus is designed to be easy to use in high-stress situations, combining ergonomic controls, built-in safety features, and regulated output to ensure effectiveness without causing permanent harm to the aggressor or bystanders</a:t>
              </a:r>
              <a:endParaRPr lang="en-US" sz="3200" u="none" strike="noStrike">
                <a:solidFill>
                  <a:schemeClr val="dk1"/>
                </a:solidFill>
                <a:effectLst/>
                <a:uFillTx/>
                <a:latin typeface="Arial"/>
                <a:cs typeface="Arial"/>
              </a:endParaRPr>
            </a:p>
          </p:txBody>
        </p:sp>
      </p:grpSp>
      <p:grpSp>
        <p:nvGrpSpPr>
          <p:cNvPr id="163" name="Google Shape;193;p1"/>
          <p:cNvGrpSpPr/>
          <p:nvPr/>
        </p:nvGrpSpPr>
        <p:grpSpPr>
          <a:xfrm>
            <a:off x="527040" y="25047000"/>
            <a:ext cx="11981880" cy="7286040"/>
            <a:chOff x="527040" y="25047000"/>
            <a:chExt cx="11981880" cy="7286040"/>
          </a:xfrm>
        </p:grpSpPr>
        <p:sp>
          <p:nvSpPr>
            <p:cNvPr id="164" name="Google Shape;194;p1"/>
            <p:cNvSpPr/>
            <p:nvPr/>
          </p:nvSpPr>
          <p:spPr>
            <a:xfrm>
              <a:off x="527040" y="25047000"/>
              <a:ext cx="11981880" cy="7286040"/>
            </a:xfrm>
            <a:prstGeom prst="rect">
              <a:avLst/>
            </a:prstGeom>
            <a:solidFill>
              <a:schemeClr val="lt1"/>
            </a:solidFill>
            <a:ln w="88900">
              <a:solidFill>
                <a:srgbClr val="00B050"/>
              </a:solidFill>
              <a:round/>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n-US" sz="1800" b="0" u="none" strike="noStrike">
                <a:solidFill>
                  <a:schemeClr val="lt1"/>
                </a:solidFill>
                <a:effectLst/>
                <a:uFillTx/>
                <a:latin typeface="Twentieth Century"/>
                <a:ea typeface="Twentieth Century"/>
              </a:endParaRPr>
            </a:p>
          </p:txBody>
        </p:sp>
        <p:sp>
          <p:nvSpPr>
            <p:cNvPr id="165" name="Google Shape;195;p1"/>
            <p:cNvSpPr/>
            <p:nvPr/>
          </p:nvSpPr>
          <p:spPr>
            <a:xfrm>
              <a:off x="3943800" y="25142760"/>
              <a:ext cx="6056640" cy="738360"/>
            </a:xfrm>
            <a:prstGeom prst="rect">
              <a:avLst/>
            </a:prstGeom>
            <a:noFill/>
            <a:ln w="0">
              <a:noFill/>
            </a:ln>
          </p:spPr>
          <p:style>
            <a:lnRef idx="0">
              <a:scrgbClr r="0" g="0" b="0"/>
            </a:lnRef>
            <a:fillRef idx="0">
              <a:scrgbClr r="0" g="0" b="0"/>
            </a:fillRef>
            <a:effectRef idx="0">
              <a:scrgbClr r="0" g="0" b="0"/>
            </a:effectRef>
            <a:fontRef idx="minor"/>
          </p:style>
          <p:txBody>
            <a:bodyPr lIns="0" rIns="0" anchor="t">
              <a:spAutoFit/>
            </a:bodyPr>
            <a:lstStyle/>
            <a:p>
              <a:pPr algn="ctr">
                <a:lnSpc>
                  <a:spcPct val="100000"/>
                </a:lnSpc>
                <a:tabLst>
                  <a:tab pos="0" algn="l"/>
                </a:tabLst>
              </a:pPr>
              <a:r>
                <a:rPr lang="en-US" sz="4200" b="1" u="sng" strike="noStrike">
                  <a:solidFill>
                    <a:schemeClr val="dk1"/>
                  </a:solidFill>
                  <a:effectLst/>
                  <a:uFillTx/>
                  <a:latin typeface="Arial"/>
                  <a:ea typeface="Times New Roman"/>
                </a:rPr>
                <a:t>Product Requirements</a:t>
              </a:r>
              <a:endParaRPr lang="en-US" sz="4200" b="0" u="none" strike="noStrike">
                <a:solidFill>
                  <a:srgbClr val="FFFFFF"/>
                </a:solidFill>
                <a:effectLst/>
                <a:uFillTx/>
                <a:latin typeface="Arial"/>
              </a:endParaRPr>
            </a:p>
          </p:txBody>
        </p:sp>
      </p:grpSp>
      <p:sp>
        <p:nvSpPr>
          <p:cNvPr id="166" name="Google Shape;209;p1"/>
          <p:cNvSpPr/>
          <p:nvPr/>
        </p:nvSpPr>
        <p:spPr>
          <a:xfrm>
            <a:off x="12995640" y="16519680"/>
            <a:ext cx="17784360" cy="15642360"/>
          </a:xfrm>
          <a:prstGeom prst="rect">
            <a:avLst/>
          </a:prstGeom>
          <a:solidFill>
            <a:schemeClr val="lt1"/>
          </a:solidFill>
          <a:ln w="88900">
            <a:solidFill>
              <a:srgbClr val="00B050"/>
            </a:solidFill>
            <a:round/>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n-US" sz="1800" b="0" u="none" strike="noStrike">
              <a:solidFill>
                <a:schemeClr val="lt1"/>
              </a:solidFill>
              <a:effectLst/>
              <a:uFillTx/>
              <a:latin typeface="Twentieth Century"/>
              <a:ea typeface="Twentieth Century"/>
            </a:endParaRPr>
          </a:p>
        </p:txBody>
      </p:sp>
      <p:grpSp>
        <p:nvGrpSpPr>
          <p:cNvPr id="167" name="Google Shape;211;p1"/>
          <p:cNvGrpSpPr/>
          <p:nvPr/>
        </p:nvGrpSpPr>
        <p:grpSpPr>
          <a:xfrm>
            <a:off x="475200" y="13399560"/>
            <a:ext cx="12034080" cy="10934640"/>
            <a:chOff x="475200" y="13399560"/>
            <a:chExt cx="12034080" cy="10934640"/>
          </a:xfrm>
        </p:grpSpPr>
        <p:grpSp>
          <p:nvGrpSpPr>
            <p:cNvPr id="168" name="Google Shape;212;p1"/>
            <p:cNvGrpSpPr/>
            <p:nvPr/>
          </p:nvGrpSpPr>
          <p:grpSpPr>
            <a:xfrm>
              <a:off x="475200" y="13399560"/>
              <a:ext cx="12034080" cy="10934640"/>
              <a:chOff x="475200" y="13399560"/>
              <a:chExt cx="12034080" cy="10934640"/>
            </a:xfrm>
          </p:grpSpPr>
          <p:sp>
            <p:nvSpPr>
              <p:cNvPr id="169" name="Google Shape;213;p1"/>
              <p:cNvSpPr/>
              <p:nvPr/>
            </p:nvSpPr>
            <p:spPr>
              <a:xfrm>
                <a:off x="475200" y="13399560"/>
                <a:ext cx="12034080" cy="10934640"/>
              </a:xfrm>
              <a:prstGeom prst="rect">
                <a:avLst/>
              </a:prstGeom>
              <a:solidFill>
                <a:schemeClr val="lt1"/>
              </a:solidFill>
              <a:ln w="88900">
                <a:solidFill>
                  <a:srgbClr val="00B050"/>
                </a:solidFill>
                <a:round/>
              </a:ln>
            </p:spPr>
            <p:style>
              <a:lnRef idx="0">
                <a:scrgbClr r="0" g="0" b="0"/>
              </a:lnRef>
              <a:fillRef idx="0">
                <a:scrgbClr r="0" g="0" b="0"/>
              </a:fillRef>
              <a:effectRef idx="0">
                <a:scrgbClr r="0" g="0" b="0"/>
              </a:effectRef>
              <a:fontRef idx="minor"/>
            </p:style>
            <p:txBody>
              <a:bodyPr lIns="91440" tIns="45720" rIns="91440" bIns="45720" anchor="ctr">
                <a:noAutofit/>
              </a:bodyPr>
              <a:lstStyle/>
              <a:p>
                <a:pPr algn="ctr">
                  <a:tabLst>
                    <a:tab pos="0" algn="l"/>
                  </a:tabLst>
                </a:pPr>
                <a:endParaRPr lang="en-US" sz="3600">
                  <a:solidFill>
                    <a:schemeClr val="dk1"/>
                  </a:solidFill>
                  <a:latin typeface="Twentieth Century"/>
                </a:endParaRPr>
              </a:p>
            </p:txBody>
          </p:sp>
          <p:sp>
            <p:nvSpPr>
              <p:cNvPr id="170" name="Google Shape;214;p1"/>
              <p:cNvSpPr/>
              <p:nvPr/>
            </p:nvSpPr>
            <p:spPr>
              <a:xfrm>
                <a:off x="4289760" y="13700880"/>
                <a:ext cx="4435957" cy="732600"/>
              </a:xfrm>
              <a:prstGeom prst="rect">
                <a:avLst/>
              </a:prstGeom>
              <a:noFill/>
              <a:ln w="0">
                <a:noFill/>
              </a:ln>
            </p:spPr>
            <p:style>
              <a:lnRef idx="0">
                <a:scrgbClr r="0" g="0" b="0"/>
              </a:lnRef>
              <a:fillRef idx="0">
                <a:scrgbClr r="0" g="0" b="0"/>
              </a:fillRef>
              <a:effectRef idx="0">
                <a:scrgbClr r="0" g="0" b="0"/>
              </a:effectRef>
              <a:fontRef idx="minor"/>
            </p:style>
            <p:txBody>
              <a:bodyPr wrap="square" lIns="0" tIns="45720" rIns="0" bIns="45720" anchor="t">
                <a:spAutoFit/>
              </a:bodyPr>
              <a:lstStyle/>
              <a:p>
                <a:pPr algn="ctr">
                  <a:lnSpc>
                    <a:spcPct val="100000"/>
                  </a:lnSpc>
                  <a:tabLst>
                    <a:tab pos="0" algn="l"/>
                  </a:tabLst>
                </a:pPr>
                <a:r>
                  <a:rPr lang="en-US" sz="4200" b="1" strike="noStrike">
                    <a:solidFill>
                      <a:schemeClr val="dk1"/>
                    </a:solidFill>
                    <a:effectLst/>
                    <a:uFillTx/>
                    <a:latin typeface="Arial"/>
                    <a:ea typeface="Times New Roman"/>
                  </a:rPr>
                  <a:t>Need for Product</a:t>
                </a:r>
                <a:endParaRPr lang="en-US" sz="4200" b="0" strike="noStrike">
                  <a:solidFill>
                    <a:schemeClr val="dk1"/>
                  </a:solidFill>
                  <a:effectLst/>
                  <a:uFillTx/>
                  <a:latin typeface="Arial"/>
                </a:endParaRPr>
              </a:p>
            </p:txBody>
          </p:sp>
        </p:grpSp>
        <p:sp>
          <p:nvSpPr>
            <p:cNvPr id="171" name="Google Shape;215;p1" hidden="1"/>
            <p:cNvSpPr/>
            <p:nvPr/>
          </p:nvSpPr>
          <p:spPr>
            <a:xfrm>
              <a:off x="781920" y="14080680"/>
              <a:ext cx="11343960" cy="82728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a:lnSpc>
                  <a:spcPct val="100000"/>
                </a:lnSpc>
              </a:pPr>
              <a:br>
                <a:rPr sz="2400"/>
              </a:br>
              <a:endParaRPr lang="en-US" sz="2400" b="0" u="none" strike="noStrike">
                <a:solidFill>
                  <a:srgbClr val="FFFFFF"/>
                </a:solidFill>
                <a:effectLst/>
                <a:uFillTx/>
                <a:latin typeface="Arial"/>
              </a:endParaRPr>
            </a:p>
          </p:txBody>
        </p:sp>
      </p:grpSp>
      <p:grpSp>
        <p:nvGrpSpPr>
          <p:cNvPr id="172" name="Google Shape;219;p1"/>
          <p:cNvGrpSpPr/>
          <p:nvPr/>
        </p:nvGrpSpPr>
        <p:grpSpPr>
          <a:xfrm>
            <a:off x="31372588" y="4745520"/>
            <a:ext cx="11955932" cy="8051400"/>
            <a:chOff x="31372588" y="4745520"/>
            <a:chExt cx="11955932" cy="8051400"/>
          </a:xfrm>
        </p:grpSpPr>
        <p:grpSp>
          <p:nvGrpSpPr>
            <p:cNvPr id="173" name="Google Shape;220;p1"/>
            <p:cNvGrpSpPr/>
            <p:nvPr/>
          </p:nvGrpSpPr>
          <p:grpSpPr>
            <a:xfrm>
              <a:off x="31372588" y="4745520"/>
              <a:ext cx="11955932" cy="8051400"/>
              <a:chOff x="31372588" y="4745520"/>
              <a:chExt cx="11955932" cy="8051400"/>
            </a:xfrm>
          </p:grpSpPr>
          <p:sp>
            <p:nvSpPr>
              <p:cNvPr id="174" name="Google Shape;221;p1"/>
              <p:cNvSpPr/>
              <p:nvPr/>
            </p:nvSpPr>
            <p:spPr>
              <a:xfrm>
                <a:off x="31372588" y="4745520"/>
                <a:ext cx="11955932" cy="8051400"/>
              </a:xfrm>
              <a:prstGeom prst="rect">
                <a:avLst/>
              </a:prstGeom>
              <a:solidFill>
                <a:schemeClr val="bg2">
                  <a:lumMod val="50000"/>
                </a:schemeClr>
              </a:solidFill>
              <a:ln w="88900">
                <a:solidFill>
                  <a:srgbClr val="00B050"/>
                </a:solidFill>
                <a:round/>
              </a:ln>
            </p:spPr>
            <p:style>
              <a:lnRef idx="0">
                <a:scrgbClr r="0" g="0" b="0"/>
              </a:lnRef>
              <a:fillRef idx="0">
                <a:scrgbClr r="0" g="0" b="0"/>
              </a:fillRef>
              <a:effectRef idx="0">
                <a:scrgbClr r="0" g="0" b="0"/>
              </a:effectRef>
              <a:fontRef idx="minor"/>
            </p:style>
            <p:txBody>
              <a:bodyPr lIns="91440" tIns="45720" rIns="91440" bIns="45720" anchor="ctr">
                <a:noAutofit/>
              </a:bodyPr>
              <a:lstStyle/>
              <a:p>
                <a:pPr algn="ctr">
                  <a:lnSpc>
                    <a:spcPct val="100000"/>
                  </a:lnSpc>
                  <a:tabLst>
                    <a:tab pos="0" algn="l"/>
                  </a:tabLst>
                </a:pPr>
                <a:endParaRPr lang="en-US" sz="1800" b="0" u="none" strike="noStrike">
                  <a:solidFill>
                    <a:schemeClr val="lt1"/>
                  </a:solidFill>
                  <a:effectLst/>
                  <a:uFillTx/>
                  <a:latin typeface="Twentieth Century"/>
                </a:endParaRPr>
              </a:p>
            </p:txBody>
          </p:sp>
          <p:sp>
            <p:nvSpPr>
              <p:cNvPr id="175" name="Google Shape;222;p1"/>
              <p:cNvSpPr/>
              <p:nvPr/>
            </p:nvSpPr>
            <p:spPr>
              <a:xfrm>
                <a:off x="33461814" y="4950720"/>
                <a:ext cx="7689848" cy="738664"/>
              </a:xfrm>
              <a:prstGeom prst="rect">
                <a:avLst/>
              </a:prstGeom>
              <a:solidFill>
                <a:schemeClr val="bg2">
                  <a:lumMod val="50000"/>
                </a:schemeClr>
              </a:solidFill>
              <a:ln w="0">
                <a:noFill/>
              </a:ln>
            </p:spPr>
            <p:style>
              <a:lnRef idx="0">
                <a:scrgbClr r="0" g="0" b="0"/>
              </a:lnRef>
              <a:fillRef idx="0">
                <a:scrgbClr r="0" g="0" b="0"/>
              </a:fillRef>
              <a:effectRef idx="0">
                <a:scrgbClr r="0" g="0" b="0"/>
              </a:effectRef>
              <a:fontRef idx="minor"/>
            </p:style>
            <p:txBody>
              <a:bodyPr wrap="square" lIns="0" tIns="45720" rIns="0" bIns="45720" anchor="t">
                <a:spAutoFit/>
              </a:bodyPr>
              <a:lstStyle/>
              <a:p>
                <a:pPr algn="ctr">
                  <a:lnSpc>
                    <a:spcPct val="100000"/>
                  </a:lnSpc>
                  <a:tabLst>
                    <a:tab pos="0" algn="l"/>
                  </a:tabLst>
                </a:pPr>
                <a:r>
                  <a:rPr lang="en-US" sz="4200" b="1" strike="noStrike">
                    <a:solidFill>
                      <a:schemeClr val="dk1"/>
                    </a:solidFill>
                    <a:effectLst/>
                    <a:uFillTx/>
                    <a:latin typeface="Arial"/>
                    <a:ea typeface="Times New Roman"/>
                  </a:rPr>
                  <a:t>Competing Products</a:t>
                </a:r>
                <a:endParaRPr lang="en-US" sz="4200" b="0" strike="noStrike">
                  <a:solidFill>
                    <a:schemeClr val="dk1"/>
                  </a:solidFill>
                  <a:effectLst/>
                  <a:uFillTx/>
                  <a:latin typeface="Arial"/>
                </a:endParaRPr>
              </a:p>
            </p:txBody>
          </p:sp>
        </p:grpSp>
        <p:sp>
          <p:nvSpPr>
            <p:cNvPr id="176" name="Google Shape;223;p1"/>
            <p:cNvSpPr/>
            <p:nvPr/>
          </p:nvSpPr>
          <p:spPr>
            <a:xfrm>
              <a:off x="32252040" y="6165360"/>
              <a:ext cx="10523160" cy="337320"/>
            </a:xfrm>
            <a:prstGeom prst="rect">
              <a:avLst/>
            </a:prstGeom>
            <a:solidFill>
              <a:schemeClr val="bg2">
                <a:lumMod val="50000"/>
              </a:schemeClr>
            </a:solidFill>
            <a:ln w="0">
              <a:noFill/>
            </a:ln>
          </p:spPr>
          <p:style>
            <a:lnRef idx="0">
              <a:scrgbClr r="0" g="0" b="0"/>
            </a:lnRef>
            <a:fillRef idx="0">
              <a:scrgbClr r="0" g="0" b="0"/>
            </a:fillRef>
            <a:effectRef idx="0">
              <a:scrgbClr r="0" g="0" b="0"/>
            </a:effectRef>
            <a:fontRef idx="minor"/>
          </p:style>
          <p:txBody>
            <a:bodyPr anchor="t">
              <a:spAutoFit/>
            </a:bodyPr>
            <a:lstStyle/>
            <a:p>
              <a:pPr>
                <a:lnSpc>
                  <a:spcPct val="100000"/>
                </a:lnSpc>
                <a:tabLst>
                  <a:tab pos="0" algn="l"/>
                </a:tabLst>
              </a:pPr>
              <a:endParaRPr lang="en-US" sz="3000" b="0" u="none" strike="noStrike">
                <a:solidFill>
                  <a:schemeClr val="dk1"/>
                </a:solidFill>
                <a:effectLst/>
                <a:uFillTx/>
                <a:latin typeface="Arial"/>
                <a:ea typeface="Arial"/>
              </a:endParaRPr>
            </a:p>
          </p:txBody>
        </p:sp>
      </p:grpSp>
      <p:grpSp>
        <p:nvGrpSpPr>
          <p:cNvPr id="177" name="Google Shape;226;p1"/>
          <p:cNvGrpSpPr/>
          <p:nvPr/>
        </p:nvGrpSpPr>
        <p:grpSpPr>
          <a:xfrm>
            <a:off x="31327920" y="30259440"/>
            <a:ext cx="11939040" cy="2070720"/>
            <a:chOff x="31327920" y="30259440"/>
            <a:chExt cx="11939040" cy="2070720"/>
          </a:xfrm>
        </p:grpSpPr>
        <p:sp>
          <p:nvSpPr>
            <p:cNvPr id="178" name="Google Shape;227;p1"/>
            <p:cNvSpPr/>
            <p:nvPr/>
          </p:nvSpPr>
          <p:spPr>
            <a:xfrm>
              <a:off x="31327920" y="30259440"/>
              <a:ext cx="11939040" cy="2070720"/>
            </a:xfrm>
            <a:prstGeom prst="rect">
              <a:avLst/>
            </a:prstGeom>
            <a:solidFill>
              <a:schemeClr val="lt1"/>
            </a:solidFill>
            <a:ln w="88900">
              <a:solidFill>
                <a:srgbClr val="00B050"/>
              </a:solidFill>
              <a:round/>
            </a:ln>
          </p:spPr>
          <p:style>
            <a:lnRef idx="0">
              <a:scrgbClr r="0" g="0" b="0"/>
            </a:lnRef>
            <a:fillRef idx="0">
              <a:scrgbClr r="0" g="0" b="0"/>
            </a:fillRef>
            <a:effectRef idx="0">
              <a:scrgbClr r="0" g="0" b="0"/>
            </a:effectRef>
            <a:fontRef idx="minor"/>
          </p:style>
          <p:txBody>
            <a:bodyPr lIns="91440" tIns="45720" rIns="91440" bIns="45720" anchor="ctr">
              <a:noAutofit/>
            </a:bodyPr>
            <a:lstStyle/>
            <a:p>
              <a:pPr algn="ctr">
                <a:lnSpc>
                  <a:spcPct val="100000"/>
                </a:lnSpc>
              </a:pPr>
              <a:endParaRPr lang="en-US" sz="2000" b="0" u="none" strike="noStrike">
                <a:solidFill>
                  <a:schemeClr val="dk1"/>
                </a:solidFill>
                <a:effectLst/>
                <a:uFillTx/>
                <a:latin typeface="Twentieth Century"/>
                <a:ea typeface="Twentieth Century"/>
              </a:endParaRPr>
            </a:p>
            <a:p>
              <a:pPr algn="ctr">
                <a:lnSpc>
                  <a:spcPct val="100000"/>
                </a:lnSpc>
              </a:pPr>
              <a:r>
                <a:rPr lang="en-US" sz="2000" b="0" u="none" strike="noStrike">
                  <a:solidFill>
                    <a:schemeClr val="dk1"/>
                  </a:solidFill>
                  <a:effectLst/>
                  <a:uFillTx/>
                  <a:latin typeface="Times New Roman"/>
                  <a:ea typeface="Twentieth Century"/>
                  <a:cs typeface="Times New Roman"/>
                </a:rPr>
                <a:t>The Zeus team would like to give a special thanks to Bret Van Delden for the technical and financial support of our project. We would also like to recognize the UTSA Makerspace, Student Success Center and UTSAECE department faculty and staff for providing the resources, instruction and support related to this projec</a:t>
              </a:r>
              <a:r>
                <a:rPr lang="en-US" sz="2000" b="0" u="none" strike="noStrike">
                  <a:solidFill>
                    <a:schemeClr val="dk1"/>
                  </a:solidFill>
                  <a:effectLst/>
                  <a:uFillTx/>
                  <a:latin typeface="Twentieth Century"/>
                  <a:ea typeface="Twentieth Century"/>
                </a:rPr>
                <a:t>t.</a:t>
              </a:r>
              <a:endParaRPr lang="en-US" sz="2000" b="0" u="none" strike="noStrike">
                <a:solidFill>
                  <a:schemeClr val="dk1"/>
                </a:solidFill>
                <a:effectLst/>
                <a:uFillTx/>
                <a:latin typeface="Arial"/>
              </a:endParaRPr>
            </a:p>
          </p:txBody>
        </p:sp>
        <p:sp>
          <p:nvSpPr>
            <p:cNvPr id="179" name="Google Shape;228;p1"/>
            <p:cNvSpPr/>
            <p:nvPr/>
          </p:nvSpPr>
          <p:spPr>
            <a:xfrm>
              <a:off x="34693920" y="30346920"/>
              <a:ext cx="5159160" cy="738664"/>
            </a:xfrm>
            <a:prstGeom prst="rect">
              <a:avLst/>
            </a:prstGeom>
            <a:noFill/>
            <a:ln w="0">
              <a:noFill/>
            </a:ln>
          </p:spPr>
          <p:style>
            <a:lnRef idx="0">
              <a:scrgbClr r="0" g="0" b="0"/>
            </a:lnRef>
            <a:fillRef idx="0">
              <a:scrgbClr r="0" g="0" b="0"/>
            </a:fillRef>
            <a:effectRef idx="0">
              <a:scrgbClr r="0" g="0" b="0"/>
            </a:effectRef>
            <a:fontRef idx="minor"/>
          </p:style>
          <p:txBody>
            <a:bodyPr lIns="0" tIns="45720" rIns="0" bIns="45720" anchor="t">
              <a:spAutoFit/>
            </a:bodyPr>
            <a:lstStyle/>
            <a:p>
              <a:pPr algn="ctr">
                <a:lnSpc>
                  <a:spcPct val="100000"/>
                </a:lnSpc>
                <a:tabLst>
                  <a:tab pos="0" algn="l"/>
                </a:tabLst>
              </a:pPr>
              <a:endParaRPr lang="en-US" sz="4200" b="0" strike="noStrike">
                <a:solidFill>
                  <a:schemeClr val="dk1"/>
                </a:solidFill>
                <a:effectLst/>
                <a:uFillTx/>
                <a:latin typeface="Arial"/>
              </a:endParaRPr>
            </a:p>
          </p:txBody>
        </p:sp>
      </p:grpSp>
      <p:sp>
        <p:nvSpPr>
          <p:cNvPr id="180" name="Google Shape;238;p1"/>
          <p:cNvSpPr/>
          <p:nvPr/>
        </p:nvSpPr>
        <p:spPr>
          <a:xfrm>
            <a:off x="14437800" y="16837920"/>
            <a:ext cx="15060600" cy="738720"/>
          </a:xfrm>
          <a:prstGeom prst="rect">
            <a:avLst/>
          </a:prstGeom>
          <a:solidFill>
            <a:schemeClr val="lt1"/>
          </a:solidFill>
          <a:ln w="0">
            <a:noFill/>
          </a:ln>
        </p:spPr>
        <p:style>
          <a:lnRef idx="0">
            <a:scrgbClr r="0" g="0" b="0"/>
          </a:lnRef>
          <a:fillRef idx="0">
            <a:scrgbClr r="0" g="0" b="0"/>
          </a:fillRef>
          <a:effectRef idx="0">
            <a:scrgbClr r="0" g="0" b="0"/>
          </a:effectRef>
          <a:fontRef idx="minor"/>
        </p:style>
        <p:txBody>
          <a:bodyPr lIns="0" tIns="45720" rIns="0" bIns="45720" anchor="t">
            <a:spAutoFit/>
          </a:bodyPr>
          <a:lstStyle/>
          <a:p>
            <a:pPr algn="ctr">
              <a:lnSpc>
                <a:spcPct val="100000"/>
              </a:lnSpc>
              <a:tabLst>
                <a:tab pos="0" algn="l"/>
              </a:tabLst>
            </a:pPr>
            <a:r>
              <a:rPr lang="en-US" sz="4200" b="1" strike="noStrike">
                <a:solidFill>
                  <a:schemeClr val="dk1"/>
                </a:solidFill>
                <a:effectLst/>
                <a:uFillTx/>
                <a:latin typeface="Arial"/>
                <a:ea typeface="Times New Roman"/>
              </a:rPr>
              <a:t>Software Flowchart</a:t>
            </a:r>
            <a:endParaRPr lang="en-US" sz="4200" b="0" strike="noStrike">
              <a:solidFill>
                <a:schemeClr val="dk1"/>
              </a:solidFill>
              <a:effectLst/>
              <a:uFillTx/>
              <a:latin typeface="Arial"/>
            </a:endParaRPr>
          </a:p>
        </p:txBody>
      </p:sp>
      <p:grpSp>
        <p:nvGrpSpPr>
          <p:cNvPr id="181" name="Google Shape;241;p1"/>
          <p:cNvGrpSpPr/>
          <p:nvPr/>
        </p:nvGrpSpPr>
        <p:grpSpPr>
          <a:xfrm>
            <a:off x="31376160" y="13397040"/>
            <a:ext cx="11937960" cy="6404400"/>
            <a:chOff x="31376160" y="13397040"/>
            <a:chExt cx="11937960" cy="6404400"/>
          </a:xfrm>
        </p:grpSpPr>
        <p:grpSp>
          <p:nvGrpSpPr>
            <p:cNvPr id="182" name="Google Shape;242;p1"/>
            <p:cNvGrpSpPr/>
            <p:nvPr/>
          </p:nvGrpSpPr>
          <p:grpSpPr>
            <a:xfrm>
              <a:off x="31376160" y="13397040"/>
              <a:ext cx="11937960" cy="6404400"/>
              <a:chOff x="31376160" y="13397040"/>
              <a:chExt cx="11937960" cy="6404400"/>
            </a:xfrm>
          </p:grpSpPr>
          <p:grpSp>
            <p:nvGrpSpPr>
              <p:cNvPr id="183" name="Google Shape;243;p1"/>
              <p:cNvGrpSpPr/>
              <p:nvPr/>
            </p:nvGrpSpPr>
            <p:grpSpPr>
              <a:xfrm>
                <a:off x="31376160" y="13397040"/>
                <a:ext cx="11937960" cy="6404400"/>
                <a:chOff x="31376160" y="13397040"/>
                <a:chExt cx="11937960" cy="6404400"/>
              </a:xfrm>
            </p:grpSpPr>
            <p:sp>
              <p:nvSpPr>
                <p:cNvPr id="184" name="Google Shape;244;p1"/>
                <p:cNvSpPr/>
                <p:nvPr/>
              </p:nvSpPr>
              <p:spPr>
                <a:xfrm>
                  <a:off x="31376160" y="13397040"/>
                  <a:ext cx="11937960" cy="6404400"/>
                </a:xfrm>
                <a:prstGeom prst="rect">
                  <a:avLst/>
                </a:prstGeom>
                <a:solidFill>
                  <a:schemeClr val="lt1"/>
                </a:solidFill>
                <a:ln w="88900">
                  <a:solidFill>
                    <a:srgbClr val="00B050"/>
                  </a:solidFill>
                  <a:round/>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n-US" sz="1800" b="0" u="none" strike="noStrike">
                    <a:solidFill>
                      <a:schemeClr val="lt1"/>
                    </a:solidFill>
                    <a:effectLst/>
                    <a:uFillTx/>
                    <a:latin typeface="Twentieth Century"/>
                    <a:ea typeface="Twentieth Century"/>
                  </a:endParaRPr>
                </a:p>
              </p:txBody>
            </p:sp>
            <p:sp>
              <p:nvSpPr>
                <p:cNvPr id="185" name="Google Shape;245;p1"/>
                <p:cNvSpPr/>
                <p:nvPr/>
              </p:nvSpPr>
              <p:spPr>
                <a:xfrm>
                  <a:off x="35143200" y="13879080"/>
                  <a:ext cx="5197680" cy="738664"/>
                </a:xfrm>
                <a:prstGeom prst="rect">
                  <a:avLst/>
                </a:prstGeom>
                <a:noFill/>
                <a:ln w="0">
                  <a:noFill/>
                </a:ln>
              </p:spPr>
              <p:style>
                <a:lnRef idx="0">
                  <a:scrgbClr r="0" g="0" b="0"/>
                </a:lnRef>
                <a:fillRef idx="0">
                  <a:scrgbClr r="0" g="0" b="0"/>
                </a:fillRef>
                <a:effectRef idx="0">
                  <a:scrgbClr r="0" g="0" b="0"/>
                </a:effectRef>
                <a:fontRef idx="minor"/>
              </p:style>
              <p:txBody>
                <a:bodyPr lIns="0" tIns="45720" rIns="0" bIns="45720" anchor="t">
                  <a:spAutoFit/>
                </a:bodyPr>
                <a:lstStyle/>
                <a:p>
                  <a:pPr algn="ctr">
                    <a:lnSpc>
                      <a:spcPct val="100000"/>
                    </a:lnSpc>
                    <a:tabLst>
                      <a:tab pos="0" algn="l"/>
                    </a:tabLst>
                  </a:pPr>
                  <a:r>
                    <a:rPr lang="en-US" sz="4200" b="1" strike="noStrike">
                      <a:solidFill>
                        <a:schemeClr val="dk1"/>
                      </a:solidFill>
                      <a:effectLst/>
                      <a:uFillTx/>
                      <a:latin typeface="Arial"/>
                      <a:ea typeface="Times New Roman"/>
                    </a:rPr>
                    <a:t>Main Components</a:t>
                  </a:r>
                  <a:endParaRPr lang="en-US" sz="4200" b="0" strike="noStrike">
                    <a:solidFill>
                      <a:schemeClr val="dk1"/>
                    </a:solidFill>
                    <a:effectLst/>
                    <a:uFillTx/>
                    <a:latin typeface="Arial"/>
                  </a:endParaRPr>
                </a:p>
              </p:txBody>
            </p:sp>
          </p:grpSp>
          <p:sp>
            <p:nvSpPr>
              <p:cNvPr id="186" name="Google Shape;246;p1"/>
              <p:cNvSpPr/>
              <p:nvPr/>
            </p:nvSpPr>
            <p:spPr>
              <a:xfrm>
                <a:off x="32297040" y="17367840"/>
                <a:ext cx="10095840" cy="77328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a:lnSpc>
                    <a:spcPct val="100000"/>
                  </a:lnSpc>
                  <a:tabLst>
                    <a:tab pos="0" algn="l"/>
                  </a:tabLst>
                </a:pPr>
                <a:endParaRPr lang="en-US" sz="3400" b="0" u="none" strike="noStrike">
                  <a:solidFill>
                    <a:schemeClr val="dk1"/>
                  </a:solidFill>
                  <a:effectLst/>
                  <a:uFillTx/>
                  <a:latin typeface="Times New Roman"/>
                  <a:ea typeface="Times New Roman"/>
                </a:endParaRPr>
              </a:p>
            </p:txBody>
          </p:sp>
        </p:grpSp>
        <p:sp>
          <p:nvSpPr>
            <p:cNvPr id="187" name="Google Shape;247;p1"/>
            <p:cNvSpPr/>
            <p:nvPr/>
          </p:nvSpPr>
          <p:spPr>
            <a:xfrm>
              <a:off x="31776296" y="15493664"/>
              <a:ext cx="11440257" cy="3970318"/>
            </a:xfrm>
            <a:prstGeom prst="rect">
              <a:avLst/>
            </a:prstGeom>
            <a:noFill/>
            <a:ln w="0">
              <a:noFill/>
            </a:ln>
          </p:spPr>
          <p:style>
            <a:lnRef idx="0">
              <a:scrgbClr r="0" g="0" b="0"/>
            </a:lnRef>
            <a:fillRef idx="0">
              <a:scrgbClr r="0" g="0" b="0"/>
            </a:fillRef>
            <a:effectRef idx="0">
              <a:scrgbClr r="0" g="0" b="0"/>
            </a:effectRef>
            <a:fontRef idx="minor"/>
          </p:style>
          <p:txBody>
            <a:bodyPr wrap="square" lIns="91440" tIns="45720" rIns="91440" bIns="45720" anchor="t">
              <a:spAutoFit/>
            </a:bodyPr>
            <a:lstStyle/>
            <a:p>
              <a:pPr marL="571500" indent="-571500" algn="just">
                <a:lnSpc>
                  <a:spcPct val="100000"/>
                </a:lnSpc>
                <a:buFont typeface="Arial" panose="020B0604020202020204" pitchFamily="34" charset="0"/>
                <a:buChar char="•"/>
                <a:tabLst>
                  <a:tab pos="0" algn="l"/>
                </a:tabLst>
              </a:pPr>
              <a:r>
                <a:rPr lang="en-US" sz="3600" b="0" u="none" strike="noStrike">
                  <a:solidFill>
                    <a:schemeClr val="dk1"/>
                  </a:solidFill>
                  <a:effectLst/>
                  <a:uFillTx/>
                  <a:latin typeface="Times New Roman"/>
                </a:rPr>
                <a:t>Trigger (1$)</a:t>
              </a:r>
              <a:endParaRPr lang="en-US" sz="3600" b="0" u="none" strike="noStrike">
                <a:solidFill>
                  <a:schemeClr val="dk1"/>
                </a:solidFill>
                <a:effectLst/>
                <a:uFillTx/>
                <a:latin typeface="Times New Roman"/>
                <a:cs typeface="Times New Roman"/>
              </a:endParaRPr>
            </a:p>
            <a:p>
              <a:pPr marL="571500" indent="-571500" algn="just">
                <a:lnSpc>
                  <a:spcPct val="100000"/>
                </a:lnSpc>
                <a:buFont typeface="Arial" panose="020B0604020202020204" pitchFamily="34" charset="0"/>
                <a:buChar char="•"/>
                <a:tabLst>
                  <a:tab pos="0" algn="l"/>
                </a:tabLst>
              </a:pPr>
              <a:r>
                <a:rPr lang="en-US" sz="3600">
                  <a:solidFill>
                    <a:schemeClr val="dk1"/>
                  </a:solidFill>
                  <a:latin typeface="Times New Roman"/>
                </a:rPr>
                <a:t>Microcontroller (15$)</a:t>
              </a:r>
              <a:endParaRPr lang="en-US" sz="3600">
                <a:solidFill>
                  <a:schemeClr val="dk1"/>
                </a:solidFill>
                <a:latin typeface="Times New Roman"/>
                <a:cs typeface="Times New Roman"/>
              </a:endParaRPr>
            </a:p>
            <a:p>
              <a:pPr marL="571500" indent="-571500" algn="just">
                <a:lnSpc>
                  <a:spcPct val="100000"/>
                </a:lnSpc>
                <a:buFont typeface="Arial" panose="020B0604020202020204" pitchFamily="34" charset="0"/>
                <a:buChar char="•"/>
                <a:tabLst>
                  <a:tab pos="0" algn="l"/>
                </a:tabLst>
              </a:pPr>
              <a:r>
                <a:rPr lang="en-US" sz="3600" b="0" u="none" strike="noStrike">
                  <a:solidFill>
                    <a:schemeClr val="dk1"/>
                  </a:solidFill>
                  <a:effectLst/>
                  <a:uFillTx/>
                  <a:latin typeface="Times New Roman"/>
                </a:rPr>
                <a:t>Speaker </a:t>
              </a:r>
              <a:r>
                <a:rPr lang="en-US" sz="3600">
                  <a:solidFill>
                    <a:schemeClr val="dk1"/>
                  </a:solidFill>
                  <a:latin typeface="Times New Roman"/>
                </a:rPr>
                <a:t>Unit (100$)</a:t>
              </a:r>
              <a:endParaRPr lang="en-US" sz="3600">
                <a:solidFill>
                  <a:schemeClr val="dk1"/>
                </a:solidFill>
                <a:latin typeface="Times New Roman"/>
                <a:cs typeface="Times New Roman"/>
              </a:endParaRPr>
            </a:p>
            <a:p>
              <a:pPr marL="571500" indent="-571500" algn="just">
                <a:lnSpc>
                  <a:spcPct val="100000"/>
                </a:lnSpc>
                <a:buFont typeface="Arial" panose="020B0604020202020204" pitchFamily="34" charset="0"/>
                <a:buChar char="•"/>
                <a:tabLst>
                  <a:tab pos="0" algn="l"/>
                </a:tabLst>
              </a:pPr>
              <a:r>
                <a:rPr lang="en-US" sz="3600" b="0" u="none" strike="noStrike">
                  <a:solidFill>
                    <a:schemeClr val="dk1"/>
                  </a:solidFill>
                  <a:effectLst/>
                  <a:uFillTx/>
                  <a:latin typeface="Times New Roman"/>
                </a:rPr>
                <a:t>White/Green LED Clusters (300$)</a:t>
              </a:r>
              <a:endParaRPr lang="en-US" sz="3600" b="0" u="none" strike="noStrike">
                <a:solidFill>
                  <a:schemeClr val="dk1"/>
                </a:solidFill>
                <a:effectLst/>
                <a:uFillTx/>
                <a:latin typeface="Times New Roman"/>
                <a:cs typeface="Times New Roman"/>
              </a:endParaRPr>
            </a:p>
            <a:p>
              <a:pPr marL="571500" indent="-571500" algn="just">
                <a:lnSpc>
                  <a:spcPct val="100000"/>
                </a:lnSpc>
                <a:buFont typeface="Arial" panose="020B0604020202020204" pitchFamily="34" charset="0"/>
                <a:buChar char="•"/>
                <a:tabLst>
                  <a:tab pos="0" algn="l"/>
                </a:tabLst>
              </a:pPr>
              <a:r>
                <a:rPr lang="en-US" sz="3600">
                  <a:solidFill>
                    <a:schemeClr val="dk1"/>
                  </a:solidFill>
                  <a:latin typeface="Times New Roman"/>
                </a:rPr>
                <a:t>Battery Pack (150$)</a:t>
              </a:r>
              <a:endParaRPr lang="en-US" sz="3600">
                <a:solidFill>
                  <a:schemeClr val="dk1"/>
                </a:solidFill>
                <a:latin typeface="Times New Roman"/>
                <a:cs typeface="Times New Roman"/>
              </a:endParaRPr>
            </a:p>
            <a:p>
              <a:pPr marL="571500" indent="-571500" algn="just">
                <a:lnSpc>
                  <a:spcPct val="100000"/>
                </a:lnSpc>
                <a:buFont typeface="Arial" panose="020B0604020202020204" pitchFamily="34" charset="0"/>
                <a:buChar char="•"/>
                <a:tabLst>
                  <a:tab pos="0" algn="l"/>
                </a:tabLst>
              </a:pPr>
              <a:r>
                <a:rPr lang="en-US" sz="3600" b="0" u="none" strike="noStrike">
                  <a:solidFill>
                    <a:schemeClr val="dk1"/>
                  </a:solidFill>
                  <a:effectLst/>
                  <a:uFillTx/>
                  <a:latin typeface="Times New Roman"/>
                </a:rPr>
                <a:t>Microphone (10$)</a:t>
              </a:r>
              <a:endParaRPr lang="en-US" sz="3600" b="0" u="none" strike="noStrike">
                <a:solidFill>
                  <a:schemeClr val="dk1"/>
                </a:solidFill>
                <a:effectLst/>
                <a:uFillTx/>
                <a:latin typeface="Times New Roman"/>
                <a:cs typeface="Times New Roman"/>
              </a:endParaRPr>
            </a:p>
            <a:p>
              <a:pPr marL="571500" indent="-571500" algn="just">
                <a:lnSpc>
                  <a:spcPct val="100000"/>
                </a:lnSpc>
                <a:buFont typeface="Arial" panose="020B0604020202020204" pitchFamily="34" charset="0"/>
                <a:buChar char="•"/>
                <a:tabLst>
                  <a:tab pos="0" algn="l"/>
                </a:tabLst>
              </a:pPr>
              <a:r>
                <a:rPr lang="en-US" sz="3600">
                  <a:solidFill>
                    <a:schemeClr val="dk1"/>
                  </a:solidFill>
                  <a:latin typeface="Times New Roman"/>
                </a:rPr>
                <a:t>Battery Indicator (5$)</a:t>
              </a:r>
              <a:endParaRPr lang="en-US" sz="3600" b="0" u="none" strike="noStrike">
                <a:solidFill>
                  <a:schemeClr val="dk1"/>
                </a:solidFill>
                <a:effectLst/>
                <a:uFillTx/>
                <a:latin typeface="Arial"/>
              </a:endParaRPr>
            </a:p>
          </p:txBody>
        </p:sp>
      </p:grpSp>
      <p:pic>
        <p:nvPicPr>
          <p:cNvPr id="188" name="Picture 4"/>
          <p:cNvPicPr/>
          <p:nvPr/>
        </p:nvPicPr>
        <p:blipFill>
          <a:blip r:embed="rId4"/>
          <a:stretch/>
        </p:blipFill>
        <p:spPr>
          <a:xfrm>
            <a:off x="1367280" y="1044360"/>
            <a:ext cx="9091800" cy="950760"/>
          </a:xfrm>
          <a:prstGeom prst="rect">
            <a:avLst/>
          </a:prstGeom>
          <a:noFill/>
          <a:ln w="0">
            <a:noFill/>
          </a:ln>
        </p:spPr>
      </p:pic>
      <p:pic>
        <p:nvPicPr>
          <p:cNvPr id="189" name="Picture 6"/>
          <p:cNvPicPr/>
          <p:nvPr/>
        </p:nvPicPr>
        <p:blipFill>
          <a:blip r:embed="rId5"/>
          <a:srcRect/>
          <a:stretch/>
        </p:blipFill>
        <p:spPr>
          <a:xfrm>
            <a:off x="36658562" y="568628"/>
            <a:ext cx="5268879" cy="3555715"/>
          </a:xfrm>
          <a:prstGeom prst="rect">
            <a:avLst/>
          </a:prstGeom>
          <a:noFill/>
          <a:ln w="0">
            <a:noFill/>
          </a:ln>
        </p:spPr>
      </p:pic>
      <p:pic>
        <p:nvPicPr>
          <p:cNvPr id="190" name="Picture 8"/>
          <p:cNvPicPr/>
          <p:nvPr/>
        </p:nvPicPr>
        <p:blipFill>
          <a:blip r:embed="rId6"/>
          <a:stretch/>
        </p:blipFill>
        <p:spPr>
          <a:xfrm>
            <a:off x="13827600" y="6374520"/>
            <a:ext cx="16094160" cy="8932320"/>
          </a:xfrm>
          <a:prstGeom prst="rect">
            <a:avLst/>
          </a:prstGeom>
          <a:noFill/>
          <a:ln w="0">
            <a:noFill/>
          </a:ln>
        </p:spPr>
      </p:pic>
      <p:pic>
        <p:nvPicPr>
          <p:cNvPr id="191" name="Picture 10"/>
          <p:cNvPicPr/>
          <p:nvPr/>
        </p:nvPicPr>
        <p:blipFill>
          <a:blip r:embed="rId7"/>
          <a:stretch/>
        </p:blipFill>
        <p:spPr>
          <a:xfrm>
            <a:off x="18484560" y="18007920"/>
            <a:ext cx="6922080" cy="13543481"/>
          </a:xfrm>
          <a:prstGeom prst="rect">
            <a:avLst/>
          </a:prstGeom>
          <a:noFill/>
          <a:ln w="0">
            <a:solidFill>
              <a:schemeClr val="bg2">
                <a:lumMod val="75000"/>
              </a:schemeClr>
            </a:solidFill>
          </a:ln>
        </p:spPr>
      </p:pic>
      <p:pic>
        <p:nvPicPr>
          <p:cNvPr id="192" name="Picture 2"/>
          <p:cNvPicPr/>
          <p:nvPr/>
        </p:nvPicPr>
        <p:blipFill>
          <a:blip r:embed="rId8"/>
          <a:stretch/>
        </p:blipFill>
        <p:spPr>
          <a:xfrm>
            <a:off x="31762053" y="21864783"/>
            <a:ext cx="7063820" cy="7513092"/>
          </a:xfrm>
          <a:prstGeom prst="rect">
            <a:avLst/>
          </a:prstGeom>
          <a:noFill/>
          <a:ln w="0">
            <a:solidFill>
              <a:schemeClr val="bg2">
                <a:lumMod val="75000"/>
              </a:schemeClr>
            </a:solidFill>
          </a:ln>
        </p:spPr>
      </p:pic>
      <p:sp>
        <p:nvSpPr>
          <p:cNvPr id="193" name="TextBox 1"/>
          <p:cNvSpPr/>
          <p:nvPr/>
        </p:nvSpPr>
        <p:spPr>
          <a:xfrm>
            <a:off x="1266119" y="26788190"/>
            <a:ext cx="9210894" cy="646331"/>
          </a:xfrm>
          <a:prstGeom prst="rect">
            <a:avLst/>
          </a:prstGeom>
          <a:noFill/>
          <a:ln w="0">
            <a:noFill/>
          </a:ln>
        </p:spPr>
        <p:style>
          <a:lnRef idx="0">
            <a:scrgbClr r="0" g="0" b="0"/>
          </a:lnRef>
          <a:fillRef idx="0">
            <a:scrgbClr r="0" g="0" b="0"/>
          </a:fillRef>
          <a:effectRef idx="0">
            <a:scrgbClr r="0" g="0" b="0"/>
          </a:effectRef>
          <a:fontRef idx="minor"/>
        </p:style>
        <p:txBody>
          <a:bodyPr horzOverflow="overflow" wrap="square" lIns="91440" tIns="45720" rIns="91440" bIns="45720" numCol="1" spcCol="0" anchor="t">
            <a:spAutoFit/>
          </a:bodyPr>
          <a:lstStyle/>
          <a:p>
            <a:pPr>
              <a:lnSpc>
                <a:spcPct val="100000"/>
              </a:lnSpc>
            </a:pPr>
            <a:endParaRPr lang="en-US" sz="3600" b="0" u="none" strike="noStrike">
              <a:solidFill>
                <a:srgbClr val="000000"/>
              </a:solidFill>
              <a:effectLst/>
              <a:uFillTx/>
              <a:latin typeface="Arial"/>
              <a:cs typeface="Arial"/>
            </a:endParaRPr>
          </a:p>
        </p:txBody>
      </p:sp>
      <p:pic>
        <p:nvPicPr>
          <p:cNvPr id="20" name="Picture 19" descr="A group of colorful circles with icons&#10;&#10;AI-generated content may be incorrect.">
            <a:extLst>
              <a:ext uri="{FF2B5EF4-FFF2-40B4-BE49-F238E27FC236}">
                <a16:creationId xmlns:a16="http://schemas.microsoft.com/office/drawing/2014/main" id="{7B0A30C5-B325-84B5-D7E4-B968A2306E35}"/>
              </a:ext>
            </a:extLst>
          </p:cNvPr>
          <p:cNvPicPr>
            <a:picLocks noChangeAspect="1"/>
          </p:cNvPicPr>
          <p:nvPr/>
        </p:nvPicPr>
        <p:blipFill>
          <a:blip r:embed="rId9"/>
          <a:stretch>
            <a:fillRect/>
          </a:stretch>
        </p:blipFill>
        <p:spPr>
          <a:xfrm>
            <a:off x="1857459" y="20632472"/>
            <a:ext cx="9096375" cy="2486025"/>
          </a:xfrm>
          <a:prstGeom prst="rect">
            <a:avLst/>
          </a:prstGeom>
        </p:spPr>
      </p:pic>
      <p:pic>
        <p:nvPicPr>
          <p:cNvPr id="2" name="Picture 1">
            <a:extLst>
              <a:ext uri="{FF2B5EF4-FFF2-40B4-BE49-F238E27FC236}">
                <a16:creationId xmlns:a16="http://schemas.microsoft.com/office/drawing/2014/main" id="{105C0651-2822-1CB9-6C4A-0DDA3E3634E6}"/>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0041702" y="17219318"/>
            <a:ext cx="2615379" cy="1962711"/>
          </a:xfrm>
          <a:prstGeom prst="rect">
            <a:avLst/>
          </a:prstGeom>
          <a:ln>
            <a:solidFill>
              <a:schemeClr val="bg2">
                <a:lumMod val="75000"/>
              </a:schemeClr>
            </a:solidFill>
          </a:ln>
        </p:spPr>
      </p:pic>
      <p:pic>
        <p:nvPicPr>
          <p:cNvPr id="3" name="Picture 2">
            <a:extLst>
              <a:ext uri="{FF2B5EF4-FFF2-40B4-BE49-F238E27FC236}">
                <a16:creationId xmlns:a16="http://schemas.microsoft.com/office/drawing/2014/main" id="{6AC2259C-027C-9C7B-555D-EAF7AF4D5B4E}"/>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9235478" y="14852787"/>
            <a:ext cx="1606796" cy="1603800"/>
          </a:xfrm>
          <a:prstGeom prst="rect">
            <a:avLst/>
          </a:prstGeom>
          <a:ln>
            <a:solidFill>
              <a:schemeClr val="bg2">
                <a:lumMod val="75000"/>
              </a:schemeClr>
            </a:solidFill>
          </a:ln>
        </p:spPr>
      </p:pic>
      <p:sp>
        <p:nvSpPr>
          <p:cNvPr id="9" name="Rectangle 8">
            <a:extLst>
              <a:ext uri="{FF2B5EF4-FFF2-40B4-BE49-F238E27FC236}">
                <a16:creationId xmlns:a16="http://schemas.microsoft.com/office/drawing/2014/main" id="{F83E91E2-8290-3874-EA49-9C3B797CD89E}"/>
              </a:ext>
            </a:extLst>
          </p:cNvPr>
          <p:cNvSpPr/>
          <p:nvPr/>
        </p:nvSpPr>
        <p:spPr>
          <a:xfrm>
            <a:off x="472338" y="13407163"/>
            <a:ext cx="12026479" cy="1326787"/>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a:cs typeface="Arial"/>
              </a:rPr>
              <a:t>Need for Product</a:t>
            </a:r>
            <a:endParaRPr lang="en-US" sz="4800"/>
          </a:p>
        </p:txBody>
      </p:sp>
      <p:sp>
        <p:nvSpPr>
          <p:cNvPr id="10" name="Rectangle 9">
            <a:extLst>
              <a:ext uri="{FF2B5EF4-FFF2-40B4-BE49-F238E27FC236}">
                <a16:creationId xmlns:a16="http://schemas.microsoft.com/office/drawing/2014/main" id="{8A706934-66BE-AFA8-697C-A6D3B4D2CD91}"/>
              </a:ext>
            </a:extLst>
          </p:cNvPr>
          <p:cNvSpPr/>
          <p:nvPr/>
        </p:nvSpPr>
        <p:spPr>
          <a:xfrm>
            <a:off x="545006" y="4723391"/>
            <a:ext cx="11917478" cy="1199014"/>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a:cs typeface="Arial"/>
              </a:rPr>
              <a:t>Abstract</a:t>
            </a:r>
            <a:endParaRPr lang="en-US" sz="4800"/>
          </a:p>
        </p:txBody>
      </p:sp>
      <p:sp>
        <p:nvSpPr>
          <p:cNvPr id="12" name="Rectangle 11">
            <a:extLst>
              <a:ext uri="{FF2B5EF4-FFF2-40B4-BE49-F238E27FC236}">
                <a16:creationId xmlns:a16="http://schemas.microsoft.com/office/drawing/2014/main" id="{5F2973C2-84C7-2C41-5D97-D2DB6CE11477}"/>
              </a:ext>
            </a:extLst>
          </p:cNvPr>
          <p:cNvSpPr/>
          <p:nvPr/>
        </p:nvSpPr>
        <p:spPr>
          <a:xfrm>
            <a:off x="13007491" y="4759724"/>
            <a:ext cx="17803549" cy="116268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a:cs typeface="Arial"/>
              </a:rPr>
              <a:t>Hardware Diagram</a:t>
            </a:r>
            <a:endParaRPr lang="en-US" sz="4800"/>
          </a:p>
        </p:txBody>
      </p:sp>
      <p:sp>
        <p:nvSpPr>
          <p:cNvPr id="13" name="Rectangle 12">
            <a:extLst>
              <a:ext uri="{FF2B5EF4-FFF2-40B4-BE49-F238E27FC236}">
                <a16:creationId xmlns:a16="http://schemas.microsoft.com/office/drawing/2014/main" id="{D82C7044-EF94-20B1-198E-CEAA4626B3CC}"/>
              </a:ext>
            </a:extLst>
          </p:cNvPr>
          <p:cNvSpPr/>
          <p:nvPr/>
        </p:nvSpPr>
        <p:spPr>
          <a:xfrm>
            <a:off x="13007491" y="16531867"/>
            <a:ext cx="17812935" cy="1372508"/>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a:cs typeface="Arial"/>
              </a:rPr>
              <a:t>Software Flowchart</a:t>
            </a:r>
            <a:endParaRPr lang="en-US" sz="4800"/>
          </a:p>
        </p:txBody>
      </p:sp>
      <p:sp>
        <p:nvSpPr>
          <p:cNvPr id="14" name="Rectangle 13">
            <a:extLst>
              <a:ext uri="{FF2B5EF4-FFF2-40B4-BE49-F238E27FC236}">
                <a16:creationId xmlns:a16="http://schemas.microsoft.com/office/drawing/2014/main" id="{A70B9852-00D2-969E-3067-BB0EF13CD893}"/>
              </a:ext>
            </a:extLst>
          </p:cNvPr>
          <p:cNvSpPr/>
          <p:nvPr/>
        </p:nvSpPr>
        <p:spPr>
          <a:xfrm>
            <a:off x="508672" y="25033972"/>
            <a:ext cx="11990144" cy="1344348"/>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a:cs typeface="Arial"/>
              </a:rPr>
              <a:t>Product Requirements</a:t>
            </a:r>
            <a:endParaRPr lang="en-US" sz="4800"/>
          </a:p>
        </p:txBody>
      </p:sp>
      <p:sp>
        <p:nvSpPr>
          <p:cNvPr id="15" name="Rectangle 14">
            <a:extLst>
              <a:ext uri="{FF2B5EF4-FFF2-40B4-BE49-F238E27FC236}">
                <a16:creationId xmlns:a16="http://schemas.microsoft.com/office/drawing/2014/main" id="{22137AAB-9918-E1BF-A931-E52D5416A63A}"/>
              </a:ext>
            </a:extLst>
          </p:cNvPr>
          <p:cNvSpPr/>
          <p:nvPr/>
        </p:nvSpPr>
        <p:spPr>
          <a:xfrm>
            <a:off x="31375129" y="4759722"/>
            <a:ext cx="11951982" cy="1103057"/>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a:cs typeface="Arial"/>
              </a:rPr>
              <a:t>Competing Products</a:t>
            </a:r>
            <a:endParaRPr lang="en-US" sz="4800"/>
          </a:p>
        </p:txBody>
      </p:sp>
      <p:sp>
        <p:nvSpPr>
          <p:cNvPr id="4" name="Rectangle 3">
            <a:extLst>
              <a:ext uri="{FF2B5EF4-FFF2-40B4-BE49-F238E27FC236}">
                <a16:creationId xmlns:a16="http://schemas.microsoft.com/office/drawing/2014/main" id="{AB711879-BBC1-9968-8AE6-CA0FB04D582C}"/>
              </a:ext>
            </a:extLst>
          </p:cNvPr>
          <p:cNvSpPr/>
          <p:nvPr/>
        </p:nvSpPr>
        <p:spPr>
          <a:xfrm>
            <a:off x="31413281" y="13400410"/>
            <a:ext cx="11798187" cy="1310909"/>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a:cs typeface="Arial"/>
              </a:rPr>
              <a:t>Main Components</a:t>
            </a:r>
            <a:endParaRPr lang="en-US" sz="4800"/>
          </a:p>
        </p:txBody>
      </p:sp>
      <p:sp>
        <p:nvSpPr>
          <p:cNvPr id="6" name="Rectangle 5">
            <a:extLst>
              <a:ext uri="{FF2B5EF4-FFF2-40B4-BE49-F238E27FC236}">
                <a16:creationId xmlns:a16="http://schemas.microsoft.com/office/drawing/2014/main" id="{480F2C49-C7AF-E6C7-3DB4-9EA88004F716}"/>
              </a:ext>
            </a:extLst>
          </p:cNvPr>
          <p:cNvSpPr/>
          <p:nvPr/>
        </p:nvSpPr>
        <p:spPr>
          <a:xfrm>
            <a:off x="31364729" y="20251937"/>
            <a:ext cx="11846739" cy="1408014"/>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a:cs typeface="Arial"/>
              </a:rPr>
              <a:t>Work Breakdown Structure</a:t>
            </a:r>
            <a:endParaRPr lang="en-US" sz="4800"/>
          </a:p>
        </p:txBody>
      </p:sp>
      <p:sp>
        <p:nvSpPr>
          <p:cNvPr id="7" name="Rectangle 6">
            <a:extLst>
              <a:ext uri="{FF2B5EF4-FFF2-40B4-BE49-F238E27FC236}">
                <a16:creationId xmlns:a16="http://schemas.microsoft.com/office/drawing/2014/main" id="{FA74ACE0-D5D6-F8A3-D6A7-122317EB4BD0}"/>
              </a:ext>
            </a:extLst>
          </p:cNvPr>
          <p:cNvSpPr/>
          <p:nvPr/>
        </p:nvSpPr>
        <p:spPr>
          <a:xfrm>
            <a:off x="31367561" y="30248028"/>
            <a:ext cx="11846739" cy="67973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cs typeface="Arial"/>
              </a:rPr>
              <a:t>Acknowledgements</a:t>
            </a:r>
            <a:endParaRPr lang="en-US" sz="3200"/>
          </a:p>
        </p:txBody>
      </p:sp>
      <p:sp>
        <p:nvSpPr>
          <p:cNvPr id="8" name="Rectangle 7">
            <a:extLst>
              <a:ext uri="{FF2B5EF4-FFF2-40B4-BE49-F238E27FC236}">
                <a16:creationId xmlns:a16="http://schemas.microsoft.com/office/drawing/2014/main" id="{2908F50F-B7CD-3E25-5A18-C7F7C4472859}"/>
              </a:ext>
            </a:extLst>
          </p:cNvPr>
          <p:cNvSpPr/>
          <p:nvPr/>
        </p:nvSpPr>
        <p:spPr>
          <a:xfrm>
            <a:off x="783232" y="14851109"/>
            <a:ext cx="11458322" cy="547770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3200">
                <a:solidFill>
                  <a:schemeClr val="tx1"/>
                </a:solidFill>
                <a:latin typeface="Times New Roman"/>
                <a:ea typeface="+mn-lt"/>
                <a:cs typeface="Times New Roman"/>
              </a:rPr>
              <a:t>School staff currently lack effective and practical tools to respond during active threat situations. Existing self-defense options introduce safety risks, require close proximity, or are not permitted in school environments. This leaves a critical gap in protection while law enforcement arrives. These few minutes pose the highest risk to the safety of staff and students. A compliant, less-lethal, and user-friendly solution is necessary to enhance safety and response capability</a:t>
            </a:r>
            <a:endParaRPr lang="en-US" sz="3200">
              <a:solidFill>
                <a:schemeClr val="tx1"/>
              </a:solidFill>
              <a:latin typeface="Times New Roman"/>
              <a:cs typeface="Times New Roman"/>
            </a:endParaRPr>
          </a:p>
        </p:txBody>
      </p:sp>
      <p:sp>
        <p:nvSpPr>
          <p:cNvPr id="11" name="Rectangle 10">
            <a:extLst>
              <a:ext uri="{FF2B5EF4-FFF2-40B4-BE49-F238E27FC236}">
                <a16:creationId xmlns:a16="http://schemas.microsoft.com/office/drawing/2014/main" id="{D90E2600-3F78-3123-C3C9-7C32BA7FBC74}"/>
              </a:ext>
            </a:extLst>
          </p:cNvPr>
          <p:cNvSpPr/>
          <p:nvPr/>
        </p:nvSpPr>
        <p:spPr>
          <a:xfrm>
            <a:off x="792035" y="27106583"/>
            <a:ext cx="11480652" cy="49839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800">
                <a:solidFill>
                  <a:schemeClr val="tx1"/>
                </a:solidFill>
                <a:latin typeface="Times New Roman"/>
                <a:ea typeface="+mn-lt"/>
                <a:cs typeface="Times New Roman"/>
              </a:rPr>
              <a:t>The Zeus system is designed to provide a less-lethal method of defense during active threat situations using directional high-intensity sound and strobe lighting to disorient an aggressor from a safe distance. It must operate reliably in high-stress environments, remain easy to use, comply with institutional and legal regulations, and ensure output levels are controlled to prevent permanent harm to the user and bystanders.</a:t>
            </a:r>
          </a:p>
          <a:p>
            <a:pPr marL="285750" indent="-285750">
              <a:buFont typeface="Arial"/>
              <a:buChar char="•"/>
            </a:pPr>
            <a:r>
              <a:rPr lang="en-US" sz="2800" b="1">
                <a:solidFill>
                  <a:schemeClr val="tx1"/>
                </a:solidFill>
                <a:latin typeface="Times New Roman"/>
                <a:ea typeface="+mn-lt"/>
                <a:cs typeface="Times New Roman"/>
              </a:rPr>
              <a:t>Directional</a:t>
            </a:r>
            <a:r>
              <a:rPr lang="en-US" sz="2800">
                <a:solidFill>
                  <a:schemeClr val="tx1"/>
                </a:solidFill>
                <a:latin typeface="Times New Roman"/>
                <a:ea typeface="+mn-lt"/>
                <a:cs typeface="Times New Roman"/>
              </a:rPr>
              <a:t> high-decibel sound output (100–134 dB) </a:t>
            </a:r>
            <a:endParaRPr lang="en-US">
              <a:solidFill>
                <a:schemeClr val="tx1"/>
              </a:solidFill>
              <a:latin typeface="Times New Roman"/>
              <a:cs typeface="Times New Roman"/>
            </a:endParaRPr>
          </a:p>
          <a:p>
            <a:pPr marL="285750" indent="-285750">
              <a:buFont typeface="Arial"/>
              <a:buChar char="•"/>
            </a:pPr>
            <a:r>
              <a:rPr lang="en-US" sz="2800" b="1">
                <a:solidFill>
                  <a:schemeClr val="tx1"/>
                </a:solidFill>
                <a:latin typeface="Times New Roman"/>
                <a:ea typeface="+mn-lt"/>
                <a:cs typeface="Times New Roman"/>
              </a:rPr>
              <a:t>High-intensity</a:t>
            </a:r>
            <a:r>
              <a:rPr lang="en-US" sz="2800">
                <a:solidFill>
                  <a:schemeClr val="tx1"/>
                </a:solidFill>
                <a:latin typeface="Times New Roman"/>
                <a:ea typeface="+mn-lt"/>
                <a:cs typeface="Times New Roman"/>
              </a:rPr>
              <a:t> strobe lighting for disruption </a:t>
            </a:r>
            <a:endParaRPr lang="en-US">
              <a:solidFill>
                <a:schemeClr val="tx1"/>
              </a:solidFill>
              <a:latin typeface="Times New Roman"/>
              <a:cs typeface="Times New Roman"/>
            </a:endParaRPr>
          </a:p>
          <a:p>
            <a:pPr marL="285750" indent="-285750">
              <a:buFont typeface="Arial"/>
              <a:buChar char="•"/>
            </a:pPr>
            <a:r>
              <a:rPr lang="en-US" sz="2800" b="1">
                <a:solidFill>
                  <a:schemeClr val="tx1"/>
                </a:solidFill>
                <a:latin typeface="Times New Roman"/>
                <a:ea typeface="+mn-lt"/>
                <a:cs typeface="Times New Roman"/>
              </a:rPr>
              <a:t>Simple trigger-based</a:t>
            </a:r>
            <a:r>
              <a:rPr lang="en-US" sz="2800">
                <a:solidFill>
                  <a:schemeClr val="tx1"/>
                </a:solidFill>
                <a:latin typeface="Times New Roman"/>
                <a:ea typeface="+mn-lt"/>
                <a:cs typeface="Times New Roman"/>
              </a:rPr>
              <a:t> activation </a:t>
            </a:r>
            <a:endParaRPr lang="en-US">
              <a:solidFill>
                <a:schemeClr val="tx1"/>
              </a:solidFill>
              <a:latin typeface="Times New Roman"/>
              <a:cs typeface="Times New Roman"/>
            </a:endParaRPr>
          </a:p>
          <a:p>
            <a:pPr marL="285750" indent="-285750">
              <a:buFont typeface="Arial"/>
              <a:buChar char="•"/>
            </a:pPr>
            <a:r>
              <a:rPr lang="en-US" sz="2800" b="1">
                <a:solidFill>
                  <a:schemeClr val="tx1"/>
                </a:solidFill>
                <a:latin typeface="Times New Roman"/>
                <a:ea typeface="+mn-lt"/>
                <a:cs typeface="Times New Roman"/>
              </a:rPr>
              <a:t>Portable</a:t>
            </a:r>
            <a:r>
              <a:rPr lang="en-US" sz="2800">
                <a:solidFill>
                  <a:schemeClr val="tx1"/>
                </a:solidFill>
                <a:latin typeface="Times New Roman"/>
                <a:ea typeface="+mn-lt"/>
                <a:cs typeface="Times New Roman"/>
              </a:rPr>
              <a:t> battery-powered design </a:t>
            </a:r>
            <a:endParaRPr lang="en-US">
              <a:solidFill>
                <a:schemeClr val="tx1"/>
              </a:solidFill>
              <a:latin typeface="Times New Roman"/>
              <a:cs typeface="Times New Roman"/>
            </a:endParaRPr>
          </a:p>
          <a:p>
            <a:pPr marL="285750" indent="-285750">
              <a:buFont typeface="Arial"/>
              <a:buChar char="•"/>
            </a:pPr>
            <a:r>
              <a:rPr lang="en-US" sz="2800" b="1">
                <a:solidFill>
                  <a:schemeClr val="tx1"/>
                </a:solidFill>
                <a:latin typeface="Times New Roman"/>
                <a:ea typeface="+mn-lt"/>
                <a:cs typeface="Times New Roman"/>
              </a:rPr>
              <a:t>Built-in safety monitoring</a:t>
            </a:r>
            <a:endParaRPr lang="en-US">
              <a:solidFill>
                <a:schemeClr val="tx1"/>
              </a:solidFill>
              <a:latin typeface="Times New Roman"/>
              <a:cs typeface="Times New Roman"/>
            </a:endParaRPr>
          </a:p>
          <a:p>
            <a:endParaRPr lang="en-US" sz="2800">
              <a:solidFill>
                <a:schemeClr val="tx1"/>
              </a:solidFill>
              <a:cs typeface="Arial"/>
            </a:endParaRPr>
          </a:p>
        </p:txBody>
      </p:sp>
      <p:pic>
        <p:nvPicPr>
          <p:cNvPr id="16" name="Picture 15" descr="A drawing of an object&#10;&#10;AI-generated content may be incorrect.">
            <a:extLst>
              <a:ext uri="{FF2B5EF4-FFF2-40B4-BE49-F238E27FC236}">
                <a16:creationId xmlns:a16="http://schemas.microsoft.com/office/drawing/2014/main" id="{B5F505FF-5EC0-2CD3-79B1-A8768923DD5A}"/>
              </a:ext>
            </a:extLst>
          </p:cNvPr>
          <p:cNvPicPr>
            <a:picLocks noChangeAspect="1"/>
          </p:cNvPicPr>
          <p:nvPr/>
        </p:nvPicPr>
        <p:blipFill>
          <a:blip r:embed="rId12"/>
          <a:stretch>
            <a:fillRect/>
          </a:stretch>
        </p:blipFill>
        <p:spPr>
          <a:xfrm>
            <a:off x="8752523" y="29993273"/>
            <a:ext cx="3343275" cy="1918335"/>
          </a:xfrm>
          <a:prstGeom prst="rect">
            <a:avLst/>
          </a:prstGeom>
          <a:ln>
            <a:solidFill>
              <a:schemeClr val="bg2">
                <a:lumMod val="75000"/>
              </a:schemeClr>
            </a:solidFill>
          </a:ln>
        </p:spPr>
      </p:pic>
      <p:sp>
        <p:nvSpPr>
          <p:cNvPr id="17" name="Rectangle 16">
            <a:extLst>
              <a:ext uri="{FF2B5EF4-FFF2-40B4-BE49-F238E27FC236}">
                <a16:creationId xmlns:a16="http://schemas.microsoft.com/office/drawing/2014/main" id="{8A134ECF-6FCE-7B5B-F412-E746E180D760}"/>
              </a:ext>
            </a:extLst>
          </p:cNvPr>
          <p:cNvSpPr/>
          <p:nvPr/>
        </p:nvSpPr>
        <p:spPr>
          <a:xfrm>
            <a:off x="1936376" y="23274485"/>
            <a:ext cx="8504869" cy="72139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schemeClr val="tx1"/>
                </a:solidFill>
                <a:cs typeface="Arial"/>
              </a:rPr>
              <a:t>Figure 1: Standard Response Protocol (SRP)</a:t>
            </a:r>
            <a:endParaRPr lang="en-US" sz="2000">
              <a:solidFill>
                <a:schemeClr val="tx1"/>
              </a:solidFill>
            </a:endParaRPr>
          </a:p>
        </p:txBody>
      </p:sp>
      <p:sp>
        <p:nvSpPr>
          <p:cNvPr id="18" name="Rectangle 17">
            <a:extLst>
              <a:ext uri="{FF2B5EF4-FFF2-40B4-BE49-F238E27FC236}">
                <a16:creationId xmlns:a16="http://schemas.microsoft.com/office/drawing/2014/main" id="{A7B6A1B3-1313-3ADD-BE37-C9B6004D21D4}"/>
              </a:ext>
            </a:extLst>
          </p:cNvPr>
          <p:cNvSpPr/>
          <p:nvPr/>
        </p:nvSpPr>
        <p:spPr>
          <a:xfrm>
            <a:off x="8384875" y="31960867"/>
            <a:ext cx="3881886" cy="2846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cs typeface="Arial"/>
              </a:rPr>
              <a:t>Figure 2: Product Design Concept</a:t>
            </a:r>
          </a:p>
        </p:txBody>
      </p:sp>
      <p:sp>
        <p:nvSpPr>
          <p:cNvPr id="19" name="Rectangle 18">
            <a:extLst>
              <a:ext uri="{FF2B5EF4-FFF2-40B4-BE49-F238E27FC236}">
                <a16:creationId xmlns:a16="http://schemas.microsoft.com/office/drawing/2014/main" id="{84D7ABE2-05C1-B74A-4899-3D12BF371098}"/>
              </a:ext>
            </a:extLst>
          </p:cNvPr>
          <p:cNvSpPr/>
          <p:nvPr/>
        </p:nvSpPr>
        <p:spPr>
          <a:xfrm>
            <a:off x="18227376" y="31665520"/>
            <a:ext cx="7537485" cy="40415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schemeClr val="tx1"/>
                </a:solidFill>
                <a:cs typeface="Arial"/>
              </a:rPr>
              <a:t>Figure 4: Software Diagram</a:t>
            </a:r>
            <a:endParaRPr lang="en-US" sz="2000">
              <a:solidFill>
                <a:schemeClr val="tx1"/>
              </a:solidFill>
            </a:endParaRPr>
          </a:p>
        </p:txBody>
      </p:sp>
      <p:sp>
        <p:nvSpPr>
          <p:cNvPr id="21" name="Rectangle 20">
            <a:extLst>
              <a:ext uri="{FF2B5EF4-FFF2-40B4-BE49-F238E27FC236}">
                <a16:creationId xmlns:a16="http://schemas.microsoft.com/office/drawing/2014/main" id="{9F7C64EF-B2FF-AC8D-9BA1-6C23036FC8AC}"/>
              </a:ext>
            </a:extLst>
          </p:cNvPr>
          <p:cNvSpPr/>
          <p:nvPr/>
        </p:nvSpPr>
        <p:spPr>
          <a:xfrm>
            <a:off x="18146545" y="15216424"/>
            <a:ext cx="6850422" cy="54560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schemeClr val="tx1"/>
                </a:solidFill>
                <a:cs typeface="Arial"/>
              </a:rPr>
              <a:t>Figure 3: Hardware Diagram</a:t>
            </a:r>
            <a:endParaRPr lang="en-US" sz="2000">
              <a:solidFill>
                <a:schemeClr val="tx1"/>
              </a:solidFill>
            </a:endParaRPr>
          </a:p>
        </p:txBody>
      </p:sp>
      <p:sp>
        <p:nvSpPr>
          <p:cNvPr id="22" name="Rectangle 21">
            <a:extLst>
              <a:ext uri="{FF2B5EF4-FFF2-40B4-BE49-F238E27FC236}">
                <a16:creationId xmlns:a16="http://schemas.microsoft.com/office/drawing/2014/main" id="{F3360924-94A9-32D1-6DB0-63007A386B14}"/>
              </a:ext>
            </a:extLst>
          </p:cNvPr>
          <p:cNvSpPr/>
          <p:nvPr/>
        </p:nvSpPr>
        <p:spPr>
          <a:xfrm>
            <a:off x="39663148" y="16610201"/>
            <a:ext cx="2994869" cy="22650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cs typeface="Arial"/>
              </a:rPr>
              <a:t>Figure 5: Speaker Unit</a:t>
            </a:r>
            <a:endParaRPr lang="en-US">
              <a:solidFill>
                <a:schemeClr val="tx1"/>
              </a:solidFill>
            </a:endParaRPr>
          </a:p>
        </p:txBody>
      </p:sp>
      <p:sp>
        <p:nvSpPr>
          <p:cNvPr id="23" name="Rectangle 22">
            <a:extLst>
              <a:ext uri="{FF2B5EF4-FFF2-40B4-BE49-F238E27FC236}">
                <a16:creationId xmlns:a16="http://schemas.microsoft.com/office/drawing/2014/main" id="{1EDCF49F-3D81-4F2F-0744-EE10C25B7989}"/>
              </a:ext>
            </a:extLst>
          </p:cNvPr>
          <p:cNvSpPr/>
          <p:nvPr/>
        </p:nvSpPr>
        <p:spPr>
          <a:xfrm>
            <a:off x="39763816" y="19303068"/>
            <a:ext cx="2919368" cy="27683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cs typeface="Arial"/>
              </a:rPr>
              <a:t>Figure 6: Battery Pack</a:t>
            </a:r>
            <a:endParaRPr lang="en-US">
              <a:solidFill>
                <a:schemeClr val="tx1"/>
              </a:solidFill>
            </a:endParaRPr>
          </a:p>
        </p:txBody>
      </p:sp>
      <p:sp>
        <p:nvSpPr>
          <p:cNvPr id="24" name="Rectangle 23">
            <a:extLst>
              <a:ext uri="{FF2B5EF4-FFF2-40B4-BE49-F238E27FC236}">
                <a16:creationId xmlns:a16="http://schemas.microsoft.com/office/drawing/2014/main" id="{B87CED41-71A5-B76B-4CB4-85D26F5E715D}"/>
              </a:ext>
            </a:extLst>
          </p:cNvPr>
          <p:cNvSpPr/>
          <p:nvPr/>
        </p:nvSpPr>
        <p:spPr>
          <a:xfrm>
            <a:off x="31762173" y="29375819"/>
            <a:ext cx="6372045" cy="27604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cs typeface="Arial"/>
              </a:rPr>
              <a:t>Figure 7: Work Breakdown Structure</a:t>
            </a:r>
            <a:endParaRPr lang="en-US">
              <a:solidFill>
                <a:schemeClr val="tx1"/>
              </a:solidFill>
            </a:endParaRPr>
          </a:p>
        </p:txBody>
      </p:sp>
      <p:graphicFrame>
        <p:nvGraphicFramePr>
          <p:cNvPr id="26" name="Table 25">
            <a:extLst>
              <a:ext uri="{FF2B5EF4-FFF2-40B4-BE49-F238E27FC236}">
                <a16:creationId xmlns:a16="http://schemas.microsoft.com/office/drawing/2014/main" id="{B07F0346-0354-61CB-B028-71011557D769}"/>
              </a:ext>
            </a:extLst>
          </p:cNvPr>
          <p:cNvGraphicFramePr>
            <a:graphicFrameLocks noGrp="1"/>
          </p:cNvGraphicFramePr>
          <p:nvPr>
            <p:extLst>
              <p:ext uri="{D42A27DB-BD31-4B8C-83A1-F6EECF244321}">
                <p14:modId xmlns:p14="http://schemas.microsoft.com/office/powerpoint/2010/main" val="4251271427"/>
              </p:ext>
            </p:extLst>
          </p:nvPr>
        </p:nvGraphicFramePr>
        <p:xfrm>
          <a:off x="31417403" y="5796950"/>
          <a:ext cx="11869908" cy="7484785"/>
        </p:xfrm>
        <a:graphic>
          <a:graphicData uri="http://schemas.openxmlformats.org/drawingml/2006/table">
            <a:tbl>
              <a:tblPr firstRow="1" bandRow="1">
                <a:tableStyleId>{5C22544A-7EE6-4342-B048-85BDC9FD1C3A}</a:tableStyleId>
              </a:tblPr>
              <a:tblGrid>
                <a:gridCol w="1978318">
                  <a:extLst>
                    <a:ext uri="{9D8B030D-6E8A-4147-A177-3AD203B41FA5}">
                      <a16:colId xmlns:a16="http://schemas.microsoft.com/office/drawing/2014/main" val="1039136923"/>
                    </a:ext>
                  </a:extLst>
                </a:gridCol>
                <a:gridCol w="1978318">
                  <a:extLst>
                    <a:ext uri="{9D8B030D-6E8A-4147-A177-3AD203B41FA5}">
                      <a16:colId xmlns:a16="http://schemas.microsoft.com/office/drawing/2014/main" val="796576166"/>
                    </a:ext>
                  </a:extLst>
                </a:gridCol>
                <a:gridCol w="1978318">
                  <a:extLst>
                    <a:ext uri="{9D8B030D-6E8A-4147-A177-3AD203B41FA5}">
                      <a16:colId xmlns:a16="http://schemas.microsoft.com/office/drawing/2014/main" val="2675690998"/>
                    </a:ext>
                  </a:extLst>
                </a:gridCol>
                <a:gridCol w="1978318">
                  <a:extLst>
                    <a:ext uri="{9D8B030D-6E8A-4147-A177-3AD203B41FA5}">
                      <a16:colId xmlns:a16="http://schemas.microsoft.com/office/drawing/2014/main" val="1567322006"/>
                    </a:ext>
                  </a:extLst>
                </a:gridCol>
                <a:gridCol w="1978318">
                  <a:extLst>
                    <a:ext uri="{9D8B030D-6E8A-4147-A177-3AD203B41FA5}">
                      <a16:colId xmlns:a16="http://schemas.microsoft.com/office/drawing/2014/main" val="1812640716"/>
                    </a:ext>
                  </a:extLst>
                </a:gridCol>
                <a:gridCol w="1978318">
                  <a:extLst>
                    <a:ext uri="{9D8B030D-6E8A-4147-A177-3AD203B41FA5}">
                      <a16:colId xmlns:a16="http://schemas.microsoft.com/office/drawing/2014/main" val="3598819930"/>
                    </a:ext>
                  </a:extLst>
                </a:gridCol>
              </a:tblGrid>
              <a:tr h="1327825">
                <a:tc>
                  <a:txBody>
                    <a:bodyPr/>
                    <a:lstStyle/>
                    <a:p>
                      <a:pPr algn="ctr"/>
                      <a:r>
                        <a:rPr lang="en-US" sz="3200"/>
                        <a:t>Product</a:t>
                      </a:r>
                    </a:p>
                  </a:txBody>
                  <a:tcPr>
                    <a:solidFill>
                      <a:schemeClr val="bg2">
                        <a:lumMod val="75000"/>
                      </a:schemeClr>
                    </a:solidFill>
                  </a:tcPr>
                </a:tc>
                <a:tc>
                  <a:txBody>
                    <a:bodyPr/>
                    <a:lstStyle/>
                    <a:p>
                      <a:pPr lvl="0" algn="ctr">
                        <a:buNone/>
                      </a:pPr>
                      <a:r>
                        <a:rPr lang="en-US" sz="3200"/>
                        <a:t>Area Denial</a:t>
                      </a:r>
                    </a:p>
                  </a:txBody>
                  <a:tcPr>
                    <a:solidFill>
                      <a:schemeClr val="bg2">
                        <a:lumMod val="75000"/>
                      </a:schemeClr>
                    </a:solidFill>
                  </a:tcPr>
                </a:tc>
                <a:tc>
                  <a:txBody>
                    <a:bodyPr/>
                    <a:lstStyle/>
                    <a:p>
                      <a:pPr algn="ctr"/>
                      <a:r>
                        <a:rPr lang="en-US" sz="3200"/>
                        <a:t>Ease Of Use</a:t>
                      </a:r>
                    </a:p>
                  </a:txBody>
                  <a:tcPr>
                    <a:solidFill>
                      <a:schemeClr val="bg2">
                        <a:lumMod val="75000"/>
                      </a:schemeClr>
                    </a:solidFill>
                  </a:tcPr>
                </a:tc>
                <a:tc>
                  <a:txBody>
                    <a:bodyPr/>
                    <a:lstStyle/>
                    <a:p>
                      <a:pPr lvl="0" algn="ctr">
                        <a:buNone/>
                      </a:pPr>
                      <a:r>
                        <a:rPr lang="en-US" sz="3200"/>
                        <a:t>Range</a:t>
                      </a:r>
                    </a:p>
                  </a:txBody>
                  <a:tcPr>
                    <a:solidFill>
                      <a:schemeClr val="bg2">
                        <a:lumMod val="75000"/>
                      </a:schemeClr>
                    </a:solidFill>
                  </a:tcPr>
                </a:tc>
                <a:tc>
                  <a:txBody>
                    <a:bodyPr/>
                    <a:lstStyle/>
                    <a:p>
                      <a:pPr algn="ctr"/>
                      <a:r>
                        <a:rPr lang="en-US" sz="3200"/>
                        <a:t>Effectiveness</a:t>
                      </a:r>
                    </a:p>
                  </a:txBody>
                  <a:tcPr>
                    <a:solidFill>
                      <a:schemeClr val="bg2">
                        <a:lumMod val="75000"/>
                      </a:schemeClr>
                    </a:solidFill>
                  </a:tcPr>
                </a:tc>
                <a:tc>
                  <a:txBody>
                    <a:bodyPr/>
                    <a:lstStyle/>
                    <a:p>
                      <a:pPr algn="ctr"/>
                      <a:endParaRPr lang="en-US" sz="3200"/>
                    </a:p>
                  </a:txBody>
                  <a:tcPr>
                    <a:solidFill>
                      <a:schemeClr val="bg2">
                        <a:lumMod val="75000"/>
                      </a:schemeClr>
                    </a:solidFill>
                  </a:tcPr>
                </a:tc>
                <a:extLst>
                  <a:ext uri="{0D108BD9-81ED-4DB2-BD59-A6C34878D82A}">
                    <a16:rowId xmlns:a16="http://schemas.microsoft.com/office/drawing/2014/main" val="1631228850"/>
                  </a:ext>
                </a:extLst>
              </a:tr>
              <a:tr h="1327825">
                <a:tc>
                  <a:txBody>
                    <a:bodyPr/>
                    <a:lstStyle/>
                    <a:p>
                      <a:pPr algn="ctr"/>
                      <a:r>
                        <a:rPr lang="en-US" sz="2800"/>
                        <a:t>Beam Q Laser "Dazzler"</a:t>
                      </a:r>
                    </a:p>
                  </a:txBody>
                  <a:tcPr/>
                </a:tc>
                <a:tc>
                  <a:txBody>
                    <a:bodyPr/>
                    <a:lstStyle/>
                    <a:p>
                      <a:pPr algn="ctr"/>
                      <a:r>
                        <a:rPr lang="en-US" sz="2800"/>
                        <a:t>POOR:</a:t>
                      </a:r>
                      <a:r>
                        <a:rPr lang="en-US" sz="2400"/>
                        <a:t> needs pin-point accuracy</a:t>
                      </a:r>
                    </a:p>
                  </a:txBody>
                  <a:tcPr/>
                </a:tc>
                <a:tc>
                  <a:txBody>
                    <a:bodyPr/>
                    <a:lstStyle/>
                    <a:p>
                      <a:pPr algn="ctr"/>
                      <a:r>
                        <a:rPr lang="en-US" sz="2800"/>
                        <a:t>DECENT</a:t>
                      </a:r>
                      <a:r>
                        <a:rPr lang="en-US" sz="2500"/>
                        <a:t>: one button to turn on </a:t>
                      </a:r>
                    </a:p>
                  </a:txBody>
                  <a:tcPr/>
                </a:tc>
                <a:tc>
                  <a:txBody>
                    <a:bodyPr/>
                    <a:lstStyle/>
                    <a:p>
                      <a:pPr algn="ctr"/>
                      <a:r>
                        <a:rPr lang="en-US" sz="2800"/>
                        <a:t>GREAT: 100-300m</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18878421"/>
                  </a:ext>
                </a:extLst>
              </a:tr>
              <a:tr h="1327825">
                <a:tc>
                  <a:txBody>
                    <a:bodyPr/>
                    <a:lstStyle/>
                    <a:p>
                      <a:pPr algn="ctr"/>
                      <a:r>
                        <a:rPr lang="en-US" sz="2800"/>
                        <a:t>Axon-Taser Pulse 2</a:t>
                      </a:r>
                    </a:p>
                  </a:txBody>
                  <a:tcPr/>
                </a:tc>
                <a:tc>
                  <a:txBody>
                    <a:bodyPr/>
                    <a:lstStyle/>
                    <a:p>
                      <a:pPr algn="ctr"/>
                      <a:r>
                        <a:rPr lang="en-US" sz="2800"/>
                        <a:t>POOR: affects only one target</a:t>
                      </a:r>
                    </a:p>
                  </a:txBody>
                  <a:tcPr/>
                </a:tc>
                <a:tc>
                  <a:txBody>
                    <a:bodyPr/>
                    <a:lstStyle/>
                    <a:p>
                      <a:pPr algn="ctr"/>
                      <a:r>
                        <a:rPr lang="en-US" sz="2800"/>
                        <a:t>GREAT:  like a gun, one trigger</a:t>
                      </a:r>
                    </a:p>
                  </a:txBody>
                  <a:tcPr/>
                </a:tc>
                <a:tc>
                  <a:txBody>
                    <a:bodyPr/>
                    <a:lstStyle/>
                    <a:p>
                      <a:pPr algn="ctr"/>
                      <a:r>
                        <a:rPr lang="en-US" sz="2400"/>
                        <a:t>POOR: 15ft, close to </a:t>
                      </a:r>
                      <a:r>
                        <a:rPr lang="en-US" sz="2400" err="1"/>
                        <a:t>mid range</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68701808"/>
                  </a:ext>
                </a:extLst>
              </a:tr>
              <a:tr h="1517513">
                <a:tc>
                  <a:txBody>
                    <a:bodyPr/>
                    <a:lstStyle/>
                    <a:p>
                      <a:pPr algn="ctr"/>
                      <a:r>
                        <a:rPr lang="en-US" sz="2800"/>
                        <a:t>Mace Pepper Gel</a:t>
                      </a:r>
                    </a:p>
                  </a:txBody>
                  <a:tcPr/>
                </a:tc>
                <a:tc>
                  <a:txBody>
                    <a:bodyPr/>
                    <a:lstStyle/>
                    <a:p>
                      <a:pPr algn="ctr"/>
                      <a:r>
                        <a:rPr lang="en-US" sz="2800"/>
                        <a:t>DECENT: can slow/stop target</a:t>
                      </a:r>
                    </a:p>
                  </a:txBody>
                  <a:tcPr/>
                </a:tc>
                <a:tc>
                  <a:txBody>
                    <a:bodyPr/>
                    <a:lstStyle/>
                    <a:p>
                      <a:pPr algn="ctr"/>
                      <a:r>
                        <a:rPr lang="en-US" sz="2700"/>
                        <a:t>GREAT:     flip top with button to fire</a:t>
                      </a:r>
                    </a:p>
                  </a:txBody>
                  <a:tcPr/>
                </a:tc>
                <a:tc>
                  <a:txBody>
                    <a:bodyPr/>
                    <a:lstStyle/>
                    <a:p>
                      <a:r>
                        <a:rPr lang="en-US"/>
                        <a:t>POOR: 12-15ft (small canister), 25-30ft (large)</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415504"/>
                  </a:ext>
                </a:extLst>
              </a:tr>
              <a:tr h="1327825">
                <a:tc>
                  <a:txBody>
                    <a:bodyPr/>
                    <a:lstStyle/>
                    <a:p>
                      <a:pPr algn="ctr"/>
                      <a:r>
                        <a:rPr lang="en-US" sz="2800"/>
                        <a:t>Fenix Pro Flashlight</a:t>
                      </a:r>
                    </a:p>
                  </a:txBody>
                  <a:tcPr/>
                </a:tc>
                <a:tc>
                  <a:txBody>
                    <a:bodyPr/>
                    <a:lstStyle/>
                    <a:p>
                      <a:pPr algn="ctr"/>
                      <a:r>
                        <a:rPr lang="en-US" sz="2800"/>
                        <a:t>POOR:    has no area denial</a:t>
                      </a:r>
                    </a:p>
                  </a:txBody>
                  <a:tcPr/>
                </a:tc>
                <a:tc>
                  <a:txBody>
                    <a:bodyPr/>
                    <a:lstStyle/>
                    <a:p>
                      <a:pPr algn="ctr"/>
                      <a:r>
                        <a:rPr lang="en-US" sz="2800"/>
                        <a:t>DECENT: switch with 6 modes</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37742365"/>
                  </a:ext>
                </a:extLst>
              </a:tr>
            </a:tbl>
          </a:graphicData>
        </a:graphic>
      </p:graphicFrame>
    </p:spTree>
  </p:cSld>
  <p:clrMapOvr>
    <a:masterClrMapping/>
  </p:clrMapOvr>
</p:sld>
</file>

<file path=ppt/theme/theme1.xml><?xml version="1.0" encoding="utf-8"?>
<a:theme xmlns:a="http://schemas.openxmlformats.org/drawingml/2006/main" name="Droplet">
  <a:themeElements>
    <a:clrScheme name="Droplet">
      <a:dk1>
        <a:srgbClr val="000000"/>
      </a:dk1>
      <a:lt1>
        <a:srgbClr val="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Droplet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Juan Roberto Ibarra Ortiz</dc:creator>
  <dc:description/>
  <cp:revision>1</cp:revision>
  <dcterms:created xsi:type="dcterms:W3CDTF">2020-11-21T00:17:20Z</dcterms:created>
  <dcterms:modified xsi:type="dcterms:W3CDTF">2026-04-07T20:52:06Z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0x0101003C8AED23FDA85544A65F3FB1058E3C70</vt:lpwstr>
  </property>
  <property fmtid="{D5CDD505-2E9C-101B-9397-08002B2CF9AE}" pid="3" name="Slides">
    <vt:i4>1</vt:i4>
  </property>
  <property fmtid="{D5CDD505-2E9C-101B-9397-08002B2CF9AE}" pid="4" name="Notes">
    <vt:i4>1</vt:i4>
  </property>
  <property fmtid="{D5CDD505-2E9C-101B-9397-08002B2CF9AE}" pid="5" name="PresentationFormat">
    <vt:lpwstr>Custom</vt:lpwstr>
  </property>
</Properties>
</file>